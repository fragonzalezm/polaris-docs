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8" r:id="rId3"/>
    <p:sldId id="277" r:id="rId4"/>
    <p:sldId id="259" r:id="rId5"/>
    <p:sldId id="260" r:id="rId6"/>
    <p:sldId id="276" r:id="rId7"/>
    <p:sldId id="275" r:id="rId8"/>
    <p:sldId id="263" r:id="rId9"/>
    <p:sldId id="269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B8B14-B55B-4664-AE54-742ED0A2902D}" v="1" dt="2026-04-10T03:15:3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241BD9-B33D-4C13-B4E5-F7182FA5698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81A2B93-2B46-46BB-B334-57E94AE5B086}">
      <dgm:prSet/>
      <dgm:spPr/>
      <dgm:t>
        <a:bodyPr/>
        <a:lstStyle/>
        <a:p>
          <a:r>
            <a:rPr lang="es-CL" i="1"/>
            <a:t>Entregar un servicio de alertas moderno e intuitivo que permita proteger la comunidad del vecindario y ofrecer un espacio seguro para interactuar.</a:t>
          </a:r>
          <a:endParaRPr lang="en-US"/>
        </a:p>
      </dgm:t>
    </dgm:pt>
    <dgm:pt modelId="{2271413A-4755-4534-B2D4-8AF4CC2CA568}" type="parTrans" cxnId="{2822B3ED-4B76-4258-A53C-209ACB252C35}">
      <dgm:prSet/>
      <dgm:spPr/>
      <dgm:t>
        <a:bodyPr/>
        <a:lstStyle/>
        <a:p>
          <a:endParaRPr lang="en-US"/>
        </a:p>
      </dgm:t>
    </dgm:pt>
    <dgm:pt modelId="{9D6A765A-5E4B-4DAA-A52E-8D89C5AC7515}" type="sibTrans" cxnId="{2822B3ED-4B76-4258-A53C-209ACB252C35}">
      <dgm:prSet/>
      <dgm:spPr/>
      <dgm:t>
        <a:bodyPr/>
        <a:lstStyle/>
        <a:p>
          <a:endParaRPr lang="en-US"/>
        </a:p>
      </dgm:t>
    </dgm:pt>
    <dgm:pt modelId="{76FD68FE-D5BC-48EB-9ED1-2ED74823E616}">
      <dgm:prSet/>
      <dgm:spPr/>
      <dgm:t>
        <a:bodyPr/>
        <a:lstStyle/>
        <a:p>
          <a:r>
            <a:rPr lang="es-CL" i="1"/>
            <a:t>Ofrecer un servicio y espacio social en el cual los usuarios pueden compartir, vender y realizar actividades recreacionales con el objetivo de fortalecer el sentimiento de unidad y seguridad de la comunidad.</a:t>
          </a:r>
          <a:endParaRPr lang="en-US"/>
        </a:p>
      </dgm:t>
    </dgm:pt>
    <dgm:pt modelId="{B0554AE0-3C00-4B62-B780-43B5D4F3C209}" type="parTrans" cxnId="{7A5E2473-2FC5-41AF-AA64-ED62B05A4ECC}">
      <dgm:prSet/>
      <dgm:spPr/>
      <dgm:t>
        <a:bodyPr/>
        <a:lstStyle/>
        <a:p>
          <a:endParaRPr lang="en-US"/>
        </a:p>
      </dgm:t>
    </dgm:pt>
    <dgm:pt modelId="{56BB7F35-F83E-428F-A8A9-0827875A703C}" type="sibTrans" cxnId="{7A5E2473-2FC5-41AF-AA64-ED62B05A4ECC}">
      <dgm:prSet/>
      <dgm:spPr/>
      <dgm:t>
        <a:bodyPr/>
        <a:lstStyle/>
        <a:p>
          <a:endParaRPr lang="en-US"/>
        </a:p>
      </dgm:t>
    </dgm:pt>
    <dgm:pt modelId="{86E4ED84-06EC-444D-BDD5-B74307014712}" type="pres">
      <dgm:prSet presAssocID="{9D241BD9-B33D-4C13-B4E5-F7182FA5698F}" presName="vert0" presStyleCnt="0">
        <dgm:presLayoutVars>
          <dgm:dir/>
          <dgm:animOne val="branch"/>
          <dgm:animLvl val="lvl"/>
        </dgm:presLayoutVars>
      </dgm:prSet>
      <dgm:spPr/>
    </dgm:pt>
    <dgm:pt modelId="{B249B86B-4C20-4B19-9A69-4AFE87D5AFC2}" type="pres">
      <dgm:prSet presAssocID="{681A2B93-2B46-46BB-B334-57E94AE5B086}" presName="thickLine" presStyleLbl="alignNode1" presStyleIdx="0" presStyleCnt="2"/>
      <dgm:spPr/>
    </dgm:pt>
    <dgm:pt modelId="{0E65B714-0117-4B6A-81F7-026FF2BF01F4}" type="pres">
      <dgm:prSet presAssocID="{681A2B93-2B46-46BB-B334-57E94AE5B086}" presName="horz1" presStyleCnt="0"/>
      <dgm:spPr/>
    </dgm:pt>
    <dgm:pt modelId="{51CE9DEA-DADB-4D4D-8018-7B1EEEF6B44E}" type="pres">
      <dgm:prSet presAssocID="{681A2B93-2B46-46BB-B334-57E94AE5B086}" presName="tx1" presStyleLbl="revTx" presStyleIdx="0" presStyleCnt="2"/>
      <dgm:spPr/>
    </dgm:pt>
    <dgm:pt modelId="{747EF365-AEFD-434E-8133-260B7F722492}" type="pres">
      <dgm:prSet presAssocID="{681A2B93-2B46-46BB-B334-57E94AE5B086}" presName="vert1" presStyleCnt="0"/>
      <dgm:spPr/>
    </dgm:pt>
    <dgm:pt modelId="{EAF90172-1FF4-478C-A0F7-0174E8272DAA}" type="pres">
      <dgm:prSet presAssocID="{76FD68FE-D5BC-48EB-9ED1-2ED74823E616}" presName="thickLine" presStyleLbl="alignNode1" presStyleIdx="1" presStyleCnt="2"/>
      <dgm:spPr/>
    </dgm:pt>
    <dgm:pt modelId="{538F75D0-6303-40EC-A9D6-7E2424E764A5}" type="pres">
      <dgm:prSet presAssocID="{76FD68FE-D5BC-48EB-9ED1-2ED74823E616}" presName="horz1" presStyleCnt="0"/>
      <dgm:spPr/>
    </dgm:pt>
    <dgm:pt modelId="{24425276-3835-40F0-8C26-7F0AE3D90AF1}" type="pres">
      <dgm:prSet presAssocID="{76FD68FE-D5BC-48EB-9ED1-2ED74823E616}" presName="tx1" presStyleLbl="revTx" presStyleIdx="1" presStyleCnt="2"/>
      <dgm:spPr/>
    </dgm:pt>
    <dgm:pt modelId="{F7BD5CAD-9FE1-465D-A1A7-15029D7CAAEB}" type="pres">
      <dgm:prSet presAssocID="{76FD68FE-D5BC-48EB-9ED1-2ED74823E616}" presName="vert1" presStyleCnt="0"/>
      <dgm:spPr/>
    </dgm:pt>
  </dgm:ptLst>
  <dgm:cxnLst>
    <dgm:cxn modelId="{7A5E2473-2FC5-41AF-AA64-ED62B05A4ECC}" srcId="{9D241BD9-B33D-4C13-B4E5-F7182FA5698F}" destId="{76FD68FE-D5BC-48EB-9ED1-2ED74823E616}" srcOrd="1" destOrd="0" parTransId="{B0554AE0-3C00-4B62-B780-43B5D4F3C209}" sibTransId="{56BB7F35-F83E-428F-A8A9-0827875A703C}"/>
    <dgm:cxn modelId="{6F803077-0194-4AA4-B5C9-5DADFC014470}" type="presOf" srcId="{681A2B93-2B46-46BB-B334-57E94AE5B086}" destId="{51CE9DEA-DADB-4D4D-8018-7B1EEEF6B44E}" srcOrd="0" destOrd="0" presId="urn:microsoft.com/office/officeart/2008/layout/LinedList"/>
    <dgm:cxn modelId="{1A4F27C6-9A4B-4D29-AADC-E4759C8A0DA0}" type="presOf" srcId="{76FD68FE-D5BC-48EB-9ED1-2ED74823E616}" destId="{24425276-3835-40F0-8C26-7F0AE3D90AF1}" srcOrd="0" destOrd="0" presId="urn:microsoft.com/office/officeart/2008/layout/LinedList"/>
    <dgm:cxn modelId="{2822B3ED-4B76-4258-A53C-209ACB252C35}" srcId="{9D241BD9-B33D-4C13-B4E5-F7182FA5698F}" destId="{681A2B93-2B46-46BB-B334-57E94AE5B086}" srcOrd="0" destOrd="0" parTransId="{2271413A-4755-4534-B2D4-8AF4CC2CA568}" sibTransId="{9D6A765A-5E4B-4DAA-A52E-8D89C5AC7515}"/>
    <dgm:cxn modelId="{18A503EE-C515-4118-8CE9-3CFB79C19DB9}" type="presOf" srcId="{9D241BD9-B33D-4C13-B4E5-F7182FA5698F}" destId="{86E4ED84-06EC-444D-BDD5-B74307014712}" srcOrd="0" destOrd="0" presId="urn:microsoft.com/office/officeart/2008/layout/LinedList"/>
    <dgm:cxn modelId="{99F7C4FD-F2DE-499F-A0F1-710B36463E8E}" type="presParOf" srcId="{86E4ED84-06EC-444D-BDD5-B74307014712}" destId="{B249B86B-4C20-4B19-9A69-4AFE87D5AFC2}" srcOrd="0" destOrd="0" presId="urn:microsoft.com/office/officeart/2008/layout/LinedList"/>
    <dgm:cxn modelId="{5428B7FE-02C4-404E-BC1A-20489AE7E5EB}" type="presParOf" srcId="{86E4ED84-06EC-444D-BDD5-B74307014712}" destId="{0E65B714-0117-4B6A-81F7-026FF2BF01F4}" srcOrd="1" destOrd="0" presId="urn:microsoft.com/office/officeart/2008/layout/LinedList"/>
    <dgm:cxn modelId="{0713AD98-BAD8-40CE-A5D4-4B6D2A4E3DBB}" type="presParOf" srcId="{0E65B714-0117-4B6A-81F7-026FF2BF01F4}" destId="{51CE9DEA-DADB-4D4D-8018-7B1EEEF6B44E}" srcOrd="0" destOrd="0" presId="urn:microsoft.com/office/officeart/2008/layout/LinedList"/>
    <dgm:cxn modelId="{C6AE5A7B-1A0A-408B-98F0-615114FBB659}" type="presParOf" srcId="{0E65B714-0117-4B6A-81F7-026FF2BF01F4}" destId="{747EF365-AEFD-434E-8133-260B7F722492}" srcOrd="1" destOrd="0" presId="urn:microsoft.com/office/officeart/2008/layout/LinedList"/>
    <dgm:cxn modelId="{BF668AFD-3E93-4C07-BBBB-90194F67F081}" type="presParOf" srcId="{86E4ED84-06EC-444D-BDD5-B74307014712}" destId="{EAF90172-1FF4-478C-A0F7-0174E8272DAA}" srcOrd="2" destOrd="0" presId="urn:microsoft.com/office/officeart/2008/layout/LinedList"/>
    <dgm:cxn modelId="{735EFB8A-8922-49A0-BC9D-2CA6168E617E}" type="presParOf" srcId="{86E4ED84-06EC-444D-BDD5-B74307014712}" destId="{538F75D0-6303-40EC-A9D6-7E2424E764A5}" srcOrd="3" destOrd="0" presId="urn:microsoft.com/office/officeart/2008/layout/LinedList"/>
    <dgm:cxn modelId="{77D4C365-A598-4228-A0F5-FC9C70888C77}" type="presParOf" srcId="{538F75D0-6303-40EC-A9D6-7E2424E764A5}" destId="{24425276-3835-40F0-8C26-7F0AE3D90AF1}" srcOrd="0" destOrd="0" presId="urn:microsoft.com/office/officeart/2008/layout/LinedList"/>
    <dgm:cxn modelId="{A1F6FDE1-373A-4EBE-8E27-31F659A8BCEA}" type="presParOf" srcId="{538F75D0-6303-40EC-A9D6-7E2424E764A5}" destId="{F7BD5CAD-9FE1-465D-A1A7-15029D7CAA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4A2B88-E01A-42AA-9401-27145EABC7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56FDBD-0417-491F-A25E-B39716171C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Para el desarrollo de Polaris se adoptará un marco de trabajo Ágil basado en Scrum, adaptado a un equipo de alto rendimiento de dos integrantes. La ejecución se dividirá en Sprints de 14 días, cada uno orientado a la entrega de incrementos funcionales y testeados.</a:t>
          </a:r>
          <a:endParaRPr lang="en-US"/>
        </a:p>
      </dgm:t>
    </dgm:pt>
    <dgm:pt modelId="{A30EA6E6-543B-4B3B-BB08-5C2D2C210474}" type="parTrans" cxnId="{EB9C7FAE-D13F-48E6-B00D-A2FD811B899B}">
      <dgm:prSet/>
      <dgm:spPr/>
      <dgm:t>
        <a:bodyPr/>
        <a:lstStyle/>
        <a:p>
          <a:endParaRPr lang="en-US"/>
        </a:p>
      </dgm:t>
    </dgm:pt>
    <dgm:pt modelId="{DE5088E0-A40A-49CC-9088-0D5CD199A72D}" type="sibTrans" cxnId="{EB9C7FAE-D13F-48E6-B00D-A2FD811B899B}">
      <dgm:prSet/>
      <dgm:spPr/>
      <dgm:t>
        <a:bodyPr/>
        <a:lstStyle/>
        <a:p>
          <a:endParaRPr lang="en-US"/>
        </a:p>
      </dgm:t>
    </dgm:pt>
    <dgm:pt modelId="{38B48D9A-A8DA-497D-8653-8A7C4C1116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 err="1"/>
            <a:t>Gestión</a:t>
          </a:r>
          <a:r>
            <a:rPr lang="en-US" i="1" dirty="0"/>
            <a:t> de Backlog y </a:t>
          </a:r>
          <a:r>
            <a:rPr lang="en-US" i="1" dirty="0" err="1"/>
            <a:t>Ceremonias</a:t>
          </a:r>
          <a:r>
            <a:rPr lang="en-US" i="1" dirty="0"/>
            <a:t>: Se </a:t>
          </a:r>
          <a:r>
            <a:rPr lang="en-US" i="1" dirty="0" err="1"/>
            <a:t>mantendrá</a:t>
          </a:r>
          <a:r>
            <a:rPr lang="en-US" i="1" dirty="0"/>
            <a:t> un Product Backlog </a:t>
          </a:r>
          <a:r>
            <a:rPr lang="en-US" i="1" dirty="0" err="1"/>
            <a:t>priorizado</a:t>
          </a:r>
          <a:r>
            <a:rPr lang="en-US" i="1" dirty="0"/>
            <a:t> </a:t>
          </a:r>
          <a:r>
            <a:rPr lang="en-US" i="1" dirty="0" err="1"/>
            <a:t>según</a:t>
          </a:r>
          <a:r>
            <a:rPr lang="en-US" i="1" dirty="0"/>
            <a:t> </a:t>
          </a:r>
          <a:r>
            <a:rPr lang="en-US" i="1" dirty="0" err="1"/>
            <a:t>el</a:t>
          </a:r>
          <a:r>
            <a:rPr lang="en-US" i="1" dirty="0"/>
            <a:t> </a:t>
          </a:r>
          <a:r>
            <a:rPr lang="en-US" i="1" dirty="0" err="1"/>
            <a:t>impacto</a:t>
          </a:r>
          <a:r>
            <a:rPr lang="en-US" i="1" dirty="0"/>
            <a:t> </a:t>
          </a:r>
          <a:r>
            <a:rPr lang="en-US" i="1" dirty="0" err="1"/>
            <a:t>en</a:t>
          </a:r>
          <a:r>
            <a:rPr lang="en-US" i="1" dirty="0"/>
            <a:t> la </a:t>
          </a:r>
          <a:r>
            <a:rPr lang="en-US" i="1" dirty="0" err="1"/>
            <a:t>seguridad</a:t>
          </a:r>
          <a:r>
            <a:rPr lang="en-US" i="1" dirty="0"/>
            <a:t> </a:t>
          </a:r>
          <a:r>
            <a:rPr lang="en-US" i="1" dirty="0" err="1"/>
            <a:t>vecinal</a:t>
          </a:r>
          <a:r>
            <a:rPr lang="en-US" i="1" dirty="0"/>
            <a:t>. Al </a:t>
          </a:r>
          <a:r>
            <a:rPr lang="en-US" i="1" dirty="0" err="1"/>
            <a:t>inicio</a:t>
          </a:r>
          <a:r>
            <a:rPr lang="en-US" i="1" dirty="0"/>
            <a:t> de </a:t>
          </a:r>
          <a:r>
            <a:rPr lang="en-US" i="1" dirty="0" err="1"/>
            <a:t>cada</a:t>
          </a:r>
          <a:r>
            <a:rPr lang="en-US" i="1" dirty="0"/>
            <a:t> Sprint, se </a:t>
          </a:r>
          <a:r>
            <a:rPr lang="en-US" i="1" dirty="0" err="1"/>
            <a:t>realizará</a:t>
          </a:r>
          <a:r>
            <a:rPr lang="en-US" i="1" dirty="0"/>
            <a:t> </a:t>
          </a:r>
          <a:r>
            <a:rPr lang="en-US" i="1" dirty="0" err="1"/>
            <a:t>una</a:t>
          </a:r>
          <a:r>
            <a:rPr lang="en-US" i="1" dirty="0"/>
            <a:t> </a:t>
          </a:r>
          <a:r>
            <a:rPr lang="en-US" i="1" dirty="0" err="1"/>
            <a:t>sesión</a:t>
          </a:r>
          <a:r>
            <a:rPr lang="en-US" i="1" dirty="0"/>
            <a:t> de </a:t>
          </a:r>
          <a:r>
            <a:rPr lang="en-US" i="1" dirty="0" err="1"/>
            <a:t>planificación</a:t>
          </a:r>
          <a:r>
            <a:rPr lang="en-US" i="1" dirty="0"/>
            <a:t> para </a:t>
          </a:r>
          <a:r>
            <a:rPr lang="en-US" i="1" dirty="0" err="1"/>
            <a:t>definir</a:t>
          </a:r>
          <a:r>
            <a:rPr lang="en-US" i="1" dirty="0"/>
            <a:t> las </a:t>
          </a:r>
          <a:r>
            <a:rPr lang="en-US" i="1" dirty="0" err="1"/>
            <a:t>tareas</a:t>
          </a:r>
          <a:r>
            <a:rPr lang="en-US" i="1" dirty="0"/>
            <a:t> del </a:t>
          </a:r>
          <a:r>
            <a:rPr lang="en-US" i="1" dirty="0" err="1"/>
            <a:t>Desarrollador</a:t>
          </a:r>
          <a:r>
            <a:rPr lang="en-US" i="1" dirty="0"/>
            <a:t> (</a:t>
          </a:r>
          <a:r>
            <a:rPr lang="en-US" i="1" dirty="0" err="1"/>
            <a:t>implementación</a:t>
          </a:r>
          <a:r>
            <a:rPr lang="en-US" i="1" dirty="0"/>
            <a:t>) y del </a:t>
          </a:r>
          <a:r>
            <a:rPr lang="en-US" i="1" dirty="0" err="1"/>
            <a:t>Analista</a:t>
          </a:r>
          <a:r>
            <a:rPr lang="en-US" i="1" dirty="0"/>
            <a:t> QA/</a:t>
          </a:r>
          <a:r>
            <a:rPr lang="en-US" i="1" dirty="0" err="1"/>
            <a:t>Documentador</a:t>
          </a:r>
          <a:r>
            <a:rPr lang="en-US" i="1" dirty="0"/>
            <a:t> (</a:t>
          </a:r>
          <a:r>
            <a:rPr lang="en-US" i="1" dirty="0" err="1"/>
            <a:t>casos</a:t>
          </a:r>
          <a:r>
            <a:rPr lang="en-US" i="1" dirty="0"/>
            <a:t> de </a:t>
          </a:r>
          <a:r>
            <a:rPr lang="en-US" i="1" dirty="0" err="1"/>
            <a:t>prueba</a:t>
          </a:r>
          <a:r>
            <a:rPr lang="en-US" i="1" dirty="0"/>
            <a:t> y </a:t>
          </a:r>
          <a:r>
            <a:rPr lang="en-US" i="1" dirty="0" err="1"/>
            <a:t>especificación</a:t>
          </a:r>
          <a:r>
            <a:rPr lang="en-US" i="1" dirty="0"/>
            <a:t>).</a:t>
          </a:r>
          <a:endParaRPr lang="en-US" dirty="0"/>
        </a:p>
      </dgm:t>
    </dgm:pt>
    <dgm:pt modelId="{BA09C9ED-73CC-4743-A453-2990560E5F22}" type="parTrans" cxnId="{601EC075-0119-43D2-9FF9-3347EB036138}">
      <dgm:prSet/>
      <dgm:spPr/>
      <dgm:t>
        <a:bodyPr/>
        <a:lstStyle/>
        <a:p>
          <a:endParaRPr lang="en-US"/>
        </a:p>
      </dgm:t>
    </dgm:pt>
    <dgm:pt modelId="{1B060138-41DE-49A2-9300-DF199F89BABA}" type="sibTrans" cxnId="{601EC075-0119-43D2-9FF9-3347EB036138}">
      <dgm:prSet/>
      <dgm:spPr/>
      <dgm:t>
        <a:bodyPr/>
        <a:lstStyle/>
        <a:p>
          <a:endParaRPr lang="en-US"/>
        </a:p>
      </dgm:t>
    </dgm:pt>
    <dgm:pt modelId="{76AFE296-19F1-4254-B502-F21AE6B40D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Ciclo de Calidad y Documentación: El proceso garantiza que ninguna funcionalidad se considere terminada sin su correspondiente manual técnico, diagrama de arquitectura y paso exitoso por el plan de pruebas diseñado por el área de QA.</a:t>
          </a:r>
          <a:endParaRPr lang="en-US"/>
        </a:p>
      </dgm:t>
    </dgm:pt>
    <dgm:pt modelId="{51B3CC20-388B-4A87-9CF3-2B25B762BE68}" type="parTrans" cxnId="{DEA82B69-A185-467E-AC0E-3EE4F818E7E0}">
      <dgm:prSet/>
      <dgm:spPr/>
      <dgm:t>
        <a:bodyPr/>
        <a:lstStyle/>
        <a:p>
          <a:endParaRPr lang="en-US"/>
        </a:p>
      </dgm:t>
    </dgm:pt>
    <dgm:pt modelId="{C83BF8E6-AAFA-45E0-A7B1-766838431C52}" type="sibTrans" cxnId="{DEA82B69-A185-467E-AC0E-3EE4F818E7E0}">
      <dgm:prSet/>
      <dgm:spPr/>
      <dgm:t>
        <a:bodyPr/>
        <a:lstStyle/>
        <a:p>
          <a:endParaRPr lang="en-US"/>
        </a:p>
      </dgm:t>
    </dgm:pt>
    <dgm:pt modelId="{DE94D6E8-708A-4BE1-8D74-277A6C0647D9}" type="pres">
      <dgm:prSet presAssocID="{D14A2B88-E01A-42AA-9401-27145EABC796}" presName="root" presStyleCnt="0">
        <dgm:presLayoutVars>
          <dgm:dir/>
          <dgm:resizeHandles val="exact"/>
        </dgm:presLayoutVars>
      </dgm:prSet>
      <dgm:spPr/>
    </dgm:pt>
    <dgm:pt modelId="{FBB2DA49-D343-4BD4-A3C2-1E7C7833C645}" type="pres">
      <dgm:prSet presAssocID="{ED56FDBD-0417-491F-A25E-B39716171CEF}" presName="compNode" presStyleCnt="0"/>
      <dgm:spPr/>
    </dgm:pt>
    <dgm:pt modelId="{0B9E5D31-E282-4041-A6BF-6754A85C46B1}" type="pres">
      <dgm:prSet presAssocID="{ED56FDBD-0417-491F-A25E-B39716171CEF}" presName="bgRect" presStyleLbl="bgShp" presStyleIdx="0" presStyleCnt="3"/>
      <dgm:spPr/>
    </dgm:pt>
    <dgm:pt modelId="{DBECA9F8-EA14-4675-94D1-629CDB349FC9}" type="pres">
      <dgm:prSet presAssocID="{ED56FDBD-0417-491F-A25E-B39716171CE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án"/>
        </a:ext>
      </dgm:extLst>
    </dgm:pt>
    <dgm:pt modelId="{E0DE7CBD-5DBD-441E-A657-5C7E80FE5FE7}" type="pres">
      <dgm:prSet presAssocID="{ED56FDBD-0417-491F-A25E-B39716171CEF}" presName="spaceRect" presStyleCnt="0"/>
      <dgm:spPr/>
    </dgm:pt>
    <dgm:pt modelId="{2AB6CA33-B777-48FD-831D-2D1CA361C0CF}" type="pres">
      <dgm:prSet presAssocID="{ED56FDBD-0417-491F-A25E-B39716171CEF}" presName="parTx" presStyleLbl="revTx" presStyleIdx="0" presStyleCnt="3">
        <dgm:presLayoutVars>
          <dgm:chMax val="0"/>
          <dgm:chPref val="0"/>
        </dgm:presLayoutVars>
      </dgm:prSet>
      <dgm:spPr/>
    </dgm:pt>
    <dgm:pt modelId="{6B97213D-E4B2-48D8-82EB-06B5F10696B4}" type="pres">
      <dgm:prSet presAssocID="{DE5088E0-A40A-49CC-9088-0D5CD199A72D}" presName="sibTrans" presStyleCnt="0"/>
      <dgm:spPr/>
    </dgm:pt>
    <dgm:pt modelId="{58B6B319-CCB0-4137-AC6F-DC0A456DE75C}" type="pres">
      <dgm:prSet presAssocID="{38B48D9A-A8DA-497D-8653-8A7C4C1116E8}" presName="compNode" presStyleCnt="0"/>
      <dgm:spPr/>
    </dgm:pt>
    <dgm:pt modelId="{D3C3CFC5-9A41-4A49-9910-98B8324016F7}" type="pres">
      <dgm:prSet presAssocID="{38B48D9A-A8DA-497D-8653-8A7C4C1116E8}" presName="bgRect" presStyleLbl="bgShp" presStyleIdx="1" presStyleCnt="3"/>
      <dgm:spPr/>
    </dgm:pt>
    <dgm:pt modelId="{49B9BDFD-B281-4C2F-BB94-54748ACFAD57}" type="pres">
      <dgm:prSet presAssocID="{38B48D9A-A8DA-497D-8653-8A7C4C1116E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95DF587A-8421-4F7D-AA54-F9B775557605}" type="pres">
      <dgm:prSet presAssocID="{38B48D9A-A8DA-497D-8653-8A7C4C1116E8}" presName="spaceRect" presStyleCnt="0"/>
      <dgm:spPr/>
    </dgm:pt>
    <dgm:pt modelId="{A1D6970B-13DC-4B6D-87E1-057C79D8B500}" type="pres">
      <dgm:prSet presAssocID="{38B48D9A-A8DA-497D-8653-8A7C4C1116E8}" presName="parTx" presStyleLbl="revTx" presStyleIdx="1" presStyleCnt="3">
        <dgm:presLayoutVars>
          <dgm:chMax val="0"/>
          <dgm:chPref val="0"/>
        </dgm:presLayoutVars>
      </dgm:prSet>
      <dgm:spPr/>
    </dgm:pt>
    <dgm:pt modelId="{87892430-948C-4BDB-9E59-901549FA34C5}" type="pres">
      <dgm:prSet presAssocID="{1B060138-41DE-49A2-9300-DF199F89BABA}" presName="sibTrans" presStyleCnt="0"/>
      <dgm:spPr/>
    </dgm:pt>
    <dgm:pt modelId="{64BB6F40-5772-49BB-B78B-4985B9DA61A7}" type="pres">
      <dgm:prSet presAssocID="{76AFE296-19F1-4254-B502-F21AE6B40D55}" presName="compNode" presStyleCnt="0"/>
      <dgm:spPr/>
    </dgm:pt>
    <dgm:pt modelId="{AA0F7401-7C19-46EE-B33E-C9136EE71133}" type="pres">
      <dgm:prSet presAssocID="{76AFE296-19F1-4254-B502-F21AE6B40D55}" presName="bgRect" presStyleLbl="bgShp" presStyleIdx="2" presStyleCnt="3"/>
      <dgm:spPr/>
    </dgm:pt>
    <dgm:pt modelId="{52A25A69-10B3-46E6-8835-E2E6F9442DF4}" type="pres">
      <dgm:prSet presAssocID="{76AFE296-19F1-4254-B502-F21AE6B40D5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6BED591-582D-4DE1-B72E-920378CC0C07}" type="pres">
      <dgm:prSet presAssocID="{76AFE296-19F1-4254-B502-F21AE6B40D55}" presName="spaceRect" presStyleCnt="0"/>
      <dgm:spPr/>
    </dgm:pt>
    <dgm:pt modelId="{0DC88224-3564-4202-B0FB-D4A10C13A0E9}" type="pres">
      <dgm:prSet presAssocID="{76AFE296-19F1-4254-B502-F21AE6B40D5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983F41-71A3-4B5C-8344-F98B7DF778F0}" type="presOf" srcId="{D14A2B88-E01A-42AA-9401-27145EABC796}" destId="{DE94D6E8-708A-4BE1-8D74-277A6C0647D9}" srcOrd="0" destOrd="0" presId="urn:microsoft.com/office/officeart/2018/2/layout/IconVerticalSolidList"/>
    <dgm:cxn modelId="{DEA82B69-A185-467E-AC0E-3EE4F818E7E0}" srcId="{D14A2B88-E01A-42AA-9401-27145EABC796}" destId="{76AFE296-19F1-4254-B502-F21AE6B40D55}" srcOrd="2" destOrd="0" parTransId="{51B3CC20-388B-4A87-9CF3-2B25B762BE68}" sibTransId="{C83BF8E6-AAFA-45E0-A7B1-766838431C52}"/>
    <dgm:cxn modelId="{601EC075-0119-43D2-9FF9-3347EB036138}" srcId="{D14A2B88-E01A-42AA-9401-27145EABC796}" destId="{38B48D9A-A8DA-497D-8653-8A7C4C1116E8}" srcOrd="1" destOrd="0" parTransId="{BA09C9ED-73CC-4743-A453-2990560E5F22}" sibTransId="{1B060138-41DE-49A2-9300-DF199F89BABA}"/>
    <dgm:cxn modelId="{9F8D68A5-7A95-4F41-B3EA-0A9B76645011}" type="presOf" srcId="{ED56FDBD-0417-491F-A25E-B39716171CEF}" destId="{2AB6CA33-B777-48FD-831D-2D1CA361C0CF}" srcOrd="0" destOrd="0" presId="urn:microsoft.com/office/officeart/2018/2/layout/IconVerticalSolidList"/>
    <dgm:cxn modelId="{EB9C7FAE-D13F-48E6-B00D-A2FD811B899B}" srcId="{D14A2B88-E01A-42AA-9401-27145EABC796}" destId="{ED56FDBD-0417-491F-A25E-B39716171CEF}" srcOrd="0" destOrd="0" parTransId="{A30EA6E6-543B-4B3B-BB08-5C2D2C210474}" sibTransId="{DE5088E0-A40A-49CC-9088-0D5CD199A72D}"/>
    <dgm:cxn modelId="{527F9AB3-1C31-464F-BDF2-1A895277BD06}" type="presOf" srcId="{38B48D9A-A8DA-497D-8653-8A7C4C1116E8}" destId="{A1D6970B-13DC-4B6D-87E1-057C79D8B500}" srcOrd="0" destOrd="0" presId="urn:microsoft.com/office/officeart/2018/2/layout/IconVerticalSolidList"/>
    <dgm:cxn modelId="{CCFEB9FC-4E30-470D-B2E8-9DE712EE75C7}" type="presOf" srcId="{76AFE296-19F1-4254-B502-F21AE6B40D55}" destId="{0DC88224-3564-4202-B0FB-D4A10C13A0E9}" srcOrd="0" destOrd="0" presId="urn:microsoft.com/office/officeart/2018/2/layout/IconVerticalSolidList"/>
    <dgm:cxn modelId="{BDC192E5-D286-4597-A1F9-FDEB7F6A1CC0}" type="presParOf" srcId="{DE94D6E8-708A-4BE1-8D74-277A6C0647D9}" destId="{FBB2DA49-D343-4BD4-A3C2-1E7C7833C645}" srcOrd="0" destOrd="0" presId="urn:microsoft.com/office/officeart/2018/2/layout/IconVerticalSolidList"/>
    <dgm:cxn modelId="{A5432FCC-DE1F-46A7-ACE2-80BFBBA54E91}" type="presParOf" srcId="{FBB2DA49-D343-4BD4-A3C2-1E7C7833C645}" destId="{0B9E5D31-E282-4041-A6BF-6754A85C46B1}" srcOrd="0" destOrd="0" presId="urn:microsoft.com/office/officeart/2018/2/layout/IconVerticalSolidList"/>
    <dgm:cxn modelId="{0DA4EDC1-9A47-4312-9B1C-A71F8A41CD11}" type="presParOf" srcId="{FBB2DA49-D343-4BD4-A3C2-1E7C7833C645}" destId="{DBECA9F8-EA14-4675-94D1-629CDB349FC9}" srcOrd="1" destOrd="0" presId="urn:microsoft.com/office/officeart/2018/2/layout/IconVerticalSolidList"/>
    <dgm:cxn modelId="{682189F5-2F87-4F23-BE75-4B557755212C}" type="presParOf" srcId="{FBB2DA49-D343-4BD4-A3C2-1E7C7833C645}" destId="{E0DE7CBD-5DBD-441E-A657-5C7E80FE5FE7}" srcOrd="2" destOrd="0" presId="urn:microsoft.com/office/officeart/2018/2/layout/IconVerticalSolidList"/>
    <dgm:cxn modelId="{E1EC7B83-5195-4790-A632-8ED5D6BABBFD}" type="presParOf" srcId="{FBB2DA49-D343-4BD4-A3C2-1E7C7833C645}" destId="{2AB6CA33-B777-48FD-831D-2D1CA361C0CF}" srcOrd="3" destOrd="0" presId="urn:microsoft.com/office/officeart/2018/2/layout/IconVerticalSolidList"/>
    <dgm:cxn modelId="{3360F1B4-1F00-475A-A4BF-8A38AA61EE44}" type="presParOf" srcId="{DE94D6E8-708A-4BE1-8D74-277A6C0647D9}" destId="{6B97213D-E4B2-48D8-82EB-06B5F10696B4}" srcOrd="1" destOrd="0" presId="urn:microsoft.com/office/officeart/2018/2/layout/IconVerticalSolidList"/>
    <dgm:cxn modelId="{86879A5A-0023-4852-8E5A-11B5E7DF9C43}" type="presParOf" srcId="{DE94D6E8-708A-4BE1-8D74-277A6C0647D9}" destId="{58B6B319-CCB0-4137-AC6F-DC0A456DE75C}" srcOrd="2" destOrd="0" presId="urn:microsoft.com/office/officeart/2018/2/layout/IconVerticalSolidList"/>
    <dgm:cxn modelId="{A9105C3D-7F50-4B55-9F32-0BDB6DF9527F}" type="presParOf" srcId="{58B6B319-CCB0-4137-AC6F-DC0A456DE75C}" destId="{D3C3CFC5-9A41-4A49-9910-98B8324016F7}" srcOrd="0" destOrd="0" presId="urn:microsoft.com/office/officeart/2018/2/layout/IconVerticalSolidList"/>
    <dgm:cxn modelId="{3B3A6FFD-40FF-4C40-93FD-04D5CEB82B47}" type="presParOf" srcId="{58B6B319-CCB0-4137-AC6F-DC0A456DE75C}" destId="{49B9BDFD-B281-4C2F-BB94-54748ACFAD57}" srcOrd="1" destOrd="0" presId="urn:microsoft.com/office/officeart/2018/2/layout/IconVerticalSolidList"/>
    <dgm:cxn modelId="{3142FE27-CC30-4F4C-86A7-8B30673C0AD8}" type="presParOf" srcId="{58B6B319-CCB0-4137-AC6F-DC0A456DE75C}" destId="{95DF587A-8421-4F7D-AA54-F9B775557605}" srcOrd="2" destOrd="0" presId="urn:microsoft.com/office/officeart/2018/2/layout/IconVerticalSolidList"/>
    <dgm:cxn modelId="{6CB00AE3-32B6-4E38-9F89-FCAE427C2BB8}" type="presParOf" srcId="{58B6B319-CCB0-4137-AC6F-DC0A456DE75C}" destId="{A1D6970B-13DC-4B6D-87E1-057C79D8B500}" srcOrd="3" destOrd="0" presId="urn:microsoft.com/office/officeart/2018/2/layout/IconVerticalSolidList"/>
    <dgm:cxn modelId="{17B71AE0-31A9-4D0B-9037-676CBD1749FA}" type="presParOf" srcId="{DE94D6E8-708A-4BE1-8D74-277A6C0647D9}" destId="{87892430-948C-4BDB-9E59-901549FA34C5}" srcOrd="3" destOrd="0" presId="urn:microsoft.com/office/officeart/2018/2/layout/IconVerticalSolidList"/>
    <dgm:cxn modelId="{1C7B8A09-B571-4FF5-8AE7-9C2930D8F6F8}" type="presParOf" srcId="{DE94D6E8-708A-4BE1-8D74-277A6C0647D9}" destId="{64BB6F40-5772-49BB-B78B-4985B9DA61A7}" srcOrd="4" destOrd="0" presId="urn:microsoft.com/office/officeart/2018/2/layout/IconVerticalSolidList"/>
    <dgm:cxn modelId="{C55234E5-8F49-41F9-BAA0-375AC32335C2}" type="presParOf" srcId="{64BB6F40-5772-49BB-B78B-4985B9DA61A7}" destId="{AA0F7401-7C19-46EE-B33E-C9136EE71133}" srcOrd="0" destOrd="0" presId="urn:microsoft.com/office/officeart/2018/2/layout/IconVerticalSolidList"/>
    <dgm:cxn modelId="{8461B10A-0B41-4C2B-9E89-E9FFF426F797}" type="presParOf" srcId="{64BB6F40-5772-49BB-B78B-4985B9DA61A7}" destId="{52A25A69-10B3-46E6-8835-E2E6F9442DF4}" srcOrd="1" destOrd="0" presId="urn:microsoft.com/office/officeart/2018/2/layout/IconVerticalSolidList"/>
    <dgm:cxn modelId="{8F118C8D-D05B-45BE-AFD6-52BEF56EC753}" type="presParOf" srcId="{64BB6F40-5772-49BB-B78B-4985B9DA61A7}" destId="{56BED591-582D-4DE1-B72E-920378CC0C07}" srcOrd="2" destOrd="0" presId="urn:microsoft.com/office/officeart/2018/2/layout/IconVerticalSolidList"/>
    <dgm:cxn modelId="{A93E787E-4231-4C63-A731-5FE82E104306}" type="presParOf" srcId="{64BB6F40-5772-49BB-B78B-4985B9DA61A7}" destId="{0DC88224-3564-4202-B0FB-D4A10C13A0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9B86B-4C20-4B19-9A69-4AFE87D5AFC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CE9DEA-DADB-4D4D-8018-7B1EEEF6B44E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i="1" kern="1200"/>
            <a:t>Entregar un servicio de alertas moderno e intuitivo que permita proteger la comunidad del vecindario y ofrecer un espacio seguro para interactuar.</a:t>
          </a:r>
          <a:endParaRPr lang="en-US" sz="3400" kern="1200"/>
        </a:p>
      </dsp:txBody>
      <dsp:txXfrm>
        <a:off x="0" y="0"/>
        <a:ext cx="10515600" cy="2175669"/>
      </dsp:txXfrm>
    </dsp:sp>
    <dsp:sp modelId="{EAF90172-1FF4-478C-A0F7-0174E8272DAA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425276-3835-40F0-8C26-7F0AE3D90AF1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i="1" kern="1200"/>
            <a:t>Ofrecer un servicio y espacio social en el cual los usuarios pueden compartir, vender y realizar actividades recreacionales con el objetivo de fortalecer el sentimiento de unidad y seguridad de la comunidad.</a:t>
          </a:r>
          <a:endParaRPr lang="en-US" sz="3400" kern="1200"/>
        </a:p>
      </dsp:txBody>
      <dsp:txXfrm>
        <a:off x="0" y="2175669"/>
        <a:ext cx="10515600" cy="21756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E5D31-E282-4041-A6BF-6754A85C46B1}">
      <dsp:nvSpPr>
        <dsp:cNvPr id="0" name=""/>
        <dsp:cNvSpPr/>
      </dsp:nvSpPr>
      <dsp:spPr>
        <a:xfrm>
          <a:off x="0" y="3410"/>
          <a:ext cx="6245265" cy="15011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CA9F8-EA14-4675-94D1-629CDB349FC9}">
      <dsp:nvSpPr>
        <dsp:cNvPr id="0" name=""/>
        <dsp:cNvSpPr/>
      </dsp:nvSpPr>
      <dsp:spPr>
        <a:xfrm>
          <a:off x="454107" y="341177"/>
          <a:ext cx="826457" cy="825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6CA33-B777-48FD-831D-2D1CA361C0CF}">
      <dsp:nvSpPr>
        <dsp:cNvPr id="0" name=""/>
        <dsp:cNvSpPr/>
      </dsp:nvSpPr>
      <dsp:spPr>
        <a:xfrm>
          <a:off x="1734673" y="3410"/>
          <a:ext cx="4458049" cy="159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05" tIns="168805" rIns="168805" bIns="16880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Para el desarrollo de Polaris se adoptará un marco de trabajo Ágil basado en Scrum, adaptado a un equipo de alto rendimiento de dos integrantes. La ejecución se dividirá en Sprints de 14 días, cada uno orientado a la entrega de incrementos funcionales y testeados.</a:t>
          </a:r>
          <a:endParaRPr lang="en-US" sz="1400" kern="1200"/>
        </a:p>
      </dsp:txBody>
      <dsp:txXfrm>
        <a:off x="1734673" y="3410"/>
        <a:ext cx="4458049" cy="1595007"/>
      </dsp:txXfrm>
    </dsp:sp>
    <dsp:sp modelId="{D3C3CFC5-9A41-4A49-9910-98B8324016F7}">
      <dsp:nvSpPr>
        <dsp:cNvPr id="0" name=""/>
        <dsp:cNvSpPr/>
      </dsp:nvSpPr>
      <dsp:spPr>
        <a:xfrm>
          <a:off x="0" y="1997169"/>
          <a:ext cx="6245265" cy="15011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9BDFD-B281-4C2F-BB94-54748ACFAD57}">
      <dsp:nvSpPr>
        <dsp:cNvPr id="0" name=""/>
        <dsp:cNvSpPr/>
      </dsp:nvSpPr>
      <dsp:spPr>
        <a:xfrm>
          <a:off x="454107" y="2334936"/>
          <a:ext cx="826457" cy="825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6970B-13DC-4B6D-87E1-057C79D8B500}">
      <dsp:nvSpPr>
        <dsp:cNvPr id="0" name=""/>
        <dsp:cNvSpPr/>
      </dsp:nvSpPr>
      <dsp:spPr>
        <a:xfrm>
          <a:off x="1734673" y="1997169"/>
          <a:ext cx="4458049" cy="159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05" tIns="168805" rIns="168805" bIns="16880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 err="1"/>
            <a:t>Gestión</a:t>
          </a:r>
          <a:r>
            <a:rPr lang="en-US" sz="1400" i="1" kern="1200" dirty="0"/>
            <a:t> de Backlog y </a:t>
          </a:r>
          <a:r>
            <a:rPr lang="en-US" sz="1400" i="1" kern="1200" dirty="0" err="1"/>
            <a:t>Ceremonias</a:t>
          </a:r>
          <a:r>
            <a:rPr lang="en-US" sz="1400" i="1" kern="1200" dirty="0"/>
            <a:t>: Se </a:t>
          </a:r>
          <a:r>
            <a:rPr lang="en-US" sz="1400" i="1" kern="1200" dirty="0" err="1"/>
            <a:t>mantendrá</a:t>
          </a:r>
          <a:r>
            <a:rPr lang="en-US" sz="1400" i="1" kern="1200" dirty="0"/>
            <a:t> un Product Backlog </a:t>
          </a:r>
          <a:r>
            <a:rPr lang="en-US" sz="1400" i="1" kern="1200" dirty="0" err="1"/>
            <a:t>priorizado</a:t>
          </a:r>
          <a:r>
            <a:rPr lang="en-US" sz="1400" i="1" kern="1200" dirty="0"/>
            <a:t> </a:t>
          </a:r>
          <a:r>
            <a:rPr lang="en-US" sz="1400" i="1" kern="1200" dirty="0" err="1"/>
            <a:t>según</a:t>
          </a:r>
          <a:r>
            <a:rPr lang="en-US" sz="1400" i="1" kern="1200" dirty="0"/>
            <a:t> </a:t>
          </a:r>
          <a:r>
            <a:rPr lang="en-US" sz="1400" i="1" kern="1200" dirty="0" err="1"/>
            <a:t>el</a:t>
          </a:r>
          <a:r>
            <a:rPr lang="en-US" sz="1400" i="1" kern="1200" dirty="0"/>
            <a:t> </a:t>
          </a:r>
          <a:r>
            <a:rPr lang="en-US" sz="1400" i="1" kern="1200" dirty="0" err="1"/>
            <a:t>impacto</a:t>
          </a:r>
          <a:r>
            <a:rPr lang="en-US" sz="1400" i="1" kern="1200" dirty="0"/>
            <a:t> </a:t>
          </a:r>
          <a:r>
            <a:rPr lang="en-US" sz="1400" i="1" kern="1200" dirty="0" err="1"/>
            <a:t>en</a:t>
          </a:r>
          <a:r>
            <a:rPr lang="en-US" sz="1400" i="1" kern="1200" dirty="0"/>
            <a:t> la </a:t>
          </a:r>
          <a:r>
            <a:rPr lang="en-US" sz="1400" i="1" kern="1200" dirty="0" err="1"/>
            <a:t>seguridad</a:t>
          </a:r>
          <a:r>
            <a:rPr lang="en-US" sz="1400" i="1" kern="1200" dirty="0"/>
            <a:t> </a:t>
          </a:r>
          <a:r>
            <a:rPr lang="en-US" sz="1400" i="1" kern="1200" dirty="0" err="1"/>
            <a:t>vecinal</a:t>
          </a:r>
          <a:r>
            <a:rPr lang="en-US" sz="1400" i="1" kern="1200" dirty="0"/>
            <a:t>. Al </a:t>
          </a:r>
          <a:r>
            <a:rPr lang="en-US" sz="1400" i="1" kern="1200" dirty="0" err="1"/>
            <a:t>inicio</a:t>
          </a:r>
          <a:r>
            <a:rPr lang="en-US" sz="1400" i="1" kern="1200" dirty="0"/>
            <a:t> de </a:t>
          </a:r>
          <a:r>
            <a:rPr lang="en-US" sz="1400" i="1" kern="1200" dirty="0" err="1"/>
            <a:t>cada</a:t>
          </a:r>
          <a:r>
            <a:rPr lang="en-US" sz="1400" i="1" kern="1200" dirty="0"/>
            <a:t> Sprint, se </a:t>
          </a:r>
          <a:r>
            <a:rPr lang="en-US" sz="1400" i="1" kern="1200" dirty="0" err="1"/>
            <a:t>realizará</a:t>
          </a:r>
          <a:r>
            <a:rPr lang="en-US" sz="1400" i="1" kern="1200" dirty="0"/>
            <a:t> </a:t>
          </a:r>
          <a:r>
            <a:rPr lang="en-US" sz="1400" i="1" kern="1200" dirty="0" err="1"/>
            <a:t>una</a:t>
          </a:r>
          <a:r>
            <a:rPr lang="en-US" sz="1400" i="1" kern="1200" dirty="0"/>
            <a:t> </a:t>
          </a:r>
          <a:r>
            <a:rPr lang="en-US" sz="1400" i="1" kern="1200" dirty="0" err="1"/>
            <a:t>sesión</a:t>
          </a:r>
          <a:r>
            <a:rPr lang="en-US" sz="1400" i="1" kern="1200" dirty="0"/>
            <a:t> de </a:t>
          </a:r>
          <a:r>
            <a:rPr lang="en-US" sz="1400" i="1" kern="1200" dirty="0" err="1"/>
            <a:t>planificación</a:t>
          </a:r>
          <a:r>
            <a:rPr lang="en-US" sz="1400" i="1" kern="1200" dirty="0"/>
            <a:t> para </a:t>
          </a:r>
          <a:r>
            <a:rPr lang="en-US" sz="1400" i="1" kern="1200" dirty="0" err="1"/>
            <a:t>definir</a:t>
          </a:r>
          <a:r>
            <a:rPr lang="en-US" sz="1400" i="1" kern="1200" dirty="0"/>
            <a:t> las </a:t>
          </a:r>
          <a:r>
            <a:rPr lang="en-US" sz="1400" i="1" kern="1200" dirty="0" err="1"/>
            <a:t>tareas</a:t>
          </a:r>
          <a:r>
            <a:rPr lang="en-US" sz="1400" i="1" kern="1200" dirty="0"/>
            <a:t> del </a:t>
          </a:r>
          <a:r>
            <a:rPr lang="en-US" sz="1400" i="1" kern="1200" dirty="0" err="1"/>
            <a:t>Desarrollador</a:t>
          </a:r>
          <a:r>
            <a:rPr lang="en-US" sz="1400" i="1" kern="1200" dirty="0"/>
            <a:t> (</a:t>
          </a:r>
          <a:r>
            <a:rPr lang="en-US" sz="1400" i="1" kern="1200" dirty="0" err="1"/>
            <a:t>implementación</a:t>
          </a:r>
          <a:r>
            <a:rPr lang="en-US" sz="1400" i="1" kern="1200" dirty="0"/>
            <a:t>) y del </a:t>
          </a:r>
          <a:r>
            <a:rPr lang="en-US" sz="1400" i="1" kern="1200" dirty="0" err="1"/>
            <a:t>Analista</a:t>
          </a:r>
          <a:r>
            <a:rPr lang="en-US" sz="1400" i="1" kern="1200" dirty="0"/>
            <a:t> QA/</a:t>
          </a:r>
          <a:r>
            <a:rPr lang="en-US" sz="1400" i="1" kern="1200" dirty="0" err="1"/>
            <a:t>Documentador</a:t>
          </a:r>
          <a:r>
            <a:rPr lang="en-US" sz="1400" i="1" kern="1200" dirty="0"/>
            <a:t> (</a:t>
          </a:r>
          <a:r>
            <a:rPr lang="en-US" sz="1400" i="1" kern="1200" dirty="0" err="1"/>
            <a:t>casos</a:t>
          </a:r>
          <a:r>
            <a:rPr lang="en-US" sz="1400" i="1" kern="1200" dirty="0"/>
            <a:t> de </a:t>
          </a:r>
          <a:r>
            <a:rPr lang="en-US" sz="1400" i="1" kern="1200" dirty="0" err="1"/>
            <a:t>prueba</a:t>
          </a:r>
          <a:r>
            <a:rPr lang="en-US" sz="1400" i="1" kern="1200" dirty="0"/>
            <a:t> y </a:t>
          </a:r>
          <a:r>
            <a:rPr lang="en-US" sz="1400" i="1" kern="1200" dirty="0" err="1"/>
            <a:t>especificación</a:t>
          </a:r>
          <a:r>
            <a:rPr lang="en-US" sz="1400" i="1" kern="1200" dirty="0"/>
            <a:t>).</a:t>
          </a:r>
          <a:endParaRPr lang="en-US" sz="1400" kern="1200" dirty="0"/>
        </a:p>
      </dsp:txBody>
      <dsp:txXfrm>
        <a:off x="1734673" y="1997169"/>
        <a:ext cx="4458049" cy="1595007"/>
      </dsp:txXfrm>
    </dsp:sp>
    <dsp:sp modelId="{AA0F7401-7C19-46EE-B33E-C9136EE71133}">
      <dsp:nvSpPr>
        <dsp:cNvPr id="0" name=""/>
        <dsp:cNvSpPr/>
      </dsp:nvSpPr>
      <dsp:spPr>
        <a:xfrm>
          <a:off x="0" y="3990928"/>
          <a:ext cx="6245265" cy="150118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A25A69-10B3-46E6-8835-E2E6F9442DF4}">
      <dsp:nvSpPr>
        <dsp:cNvPr id="0" name=""/>
        <dsp:cNvSpPr/>
      </dsp:nvSpPr>
      <dsp:spPr>
        <a:xfrm>
          <a:off x="454107" y="4328695"/>
          <a:ext cx="826457" cy="825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88224-3564-4202-B0FB-D4A10C13A0E9}">
      <dsp:nvSpPr>
        <dsp:cNvPr id="0" name=""/>
        <dsp:cNvSpPr/>
      </dsp:nvSpPr>
      <dsp:spPr>
        <a:xfrm>
          <a:off x="1734673" y="3990928"/>
          <a:ext cx="4458049" cy="159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05" tIns="168805" rIns="168805" bIns="16880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Ciclo de Calidad y Documentación: El proceso garantiza que ninguna funcionalidad se considere terminada sin su correspondiente manual técnico, diagrama de arquitectura y paso exitoso por el plan de pruebas diseñado por el área de QA.</a:t>
          </a:r>
          <a:endParaRPr lang="en-US" sz="1400" kern="1200"/>
        </a:p>
      </dsp:txBody>
      <dsp:txXfrm>
        <a:off x="1734673" y="3990928"/>
        <a:ext cx="4458049" cy="1595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E16A9-1BDC-43B3-920F-EA852EC4342A}" type="datetimeFigureOut">
              <a:rPr lang="es-CL" smtClean="0"/>
              <a:t>09-04-2026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C1289-13FE-4095-A8BE-A3B4E7CE7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20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156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09-Apr-26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7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09-Apr-26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3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38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36" r:id="rId2"/>
    <p:sldLayoutId id="2147483837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94E43-8DDD-EEBF-3D74-7D7FF4EB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956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759AF9-56C4-D735-F122-889AFF90D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L"/>
              <a:t>POLARIS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2214EE-A213-9D8F-EA16-5BBF293B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CL" sz="2000"/>
              <a:t>Integrantes: </a:t>
            </a:r>
          </a:p>
          <a:p>
            <a:pPr algn="l"/>
            <a:r>
              <a:rPr lang="es-CL" sz="2000"/>
              <a:t>Nicolas Pinilla</a:t>
            </a:r>
          </a:p>
          <a:p>
            <a:pPr algn="l"/>
            <a:r>
              <a:rPr lang="es-CL" sz="2000"/>
              <a:t>Francisco Gonzalez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939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363200" y="0"/>
            <a:ext cx="1828800" cy="146304"/>
          </a:xfrm>
          <a:prstGeom prst="rect">
            <a:avLst/>
          </a:prstGeom>
          <a:solidFill>
            <a:srgbClr val="3ECF8E">
              <a:alpha val="60000"/>
            </a:srgbClr>
          </a:solidFill>
          <a:ln w="12700">
            <a:solidFill>
              <a:srgbClr val="3ECF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1216640" y="219456"/>
            <a:ext cx="975360" cy="97536"/>
          </a:xfrm>
          <a:prstGeom prst="rect">
            <a:avLst/>
          </a:prstGeom>
          <a:solidFill>
            <a:srgbClr val="5C6BC0">
              <a:alpha val="60000"/>
            </a:srgbClr>
          </a:solidFill>
          <a:ln w="12700">
            <a:solidFill>
              <a:srgbClr val="5C6B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12064" y="268224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82905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kern="0" spc="133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243584"/>
            <a:ext cx="11167872" cy="18288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2064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12064" y="1487424"/>
            <a:ext cx="5425440" cy="8534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55904" y="1645920"/>
            <a:ext cx="1024128" cy="1024128"/>
          </a:xfrm>
          <a:prstGeom prst="ellipse">
            <a:avLst/>
          </a:prstGeom>
          <a:solidFill>
            <a:srgbClr val="5C6BC0">
              <a:alpha val="85000"/>
            </a:srgbClr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55904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75104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Pinilla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75104" y="2316480"/>
            <a:ext cx="3779520" cy="292608"/>
          </a:xfrm>
          <a:prstGeom prst="rect">
            <a:avLst/>
          </a:prstGeom>
          <a:solidFill>
            <a:srgbClr val="5C6BC0">
              <a:alpha val="25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23872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 ·  ARQUITECTO  ·  UI/UX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0288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80288" y="308457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" y="316992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89888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web y móvil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0288" y="381609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390144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89888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base de datos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80288" y="454761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32" y="463296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89888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 / UX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80288" y="527913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32" y="53644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89888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30112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3"/>
          <p:cNvSpPr/>
          <p:nvPr/>
        </p:nvSpPr>
        <p:spPr>
          <a:xfrm>
            <a:off x="6230112" y="1487424"/>
            <a:ext cx="5425440" cy="8534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4"/>
          <p:cNvSpPr/>
          <p:nvPr/>
        </p:nvSpPr>
        <p:spPr>
          <a:xfrm>
            <a:off x="6473952" y="1645920"/>
            <a:ext cx="1024128" cy="1024128"/>
          </a:xfrm>
          <a:prstGeom prst="ellipse">
            <a:avLst/>
          </a:prstGeom>
          <a:solidFill>
            <a:srgbClr val="3ECF8E">
              <a:alpha val="85000"/>
            </a:srgbClr>
          </a:solidFill>
          <a:ln w="1905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5"/>
          <p:cNvSpPr/>
          <p:nvPr/>
        </p:nvSpPr>
        <p:spPr>
          <a:xfrm>
            <a:off x="6473952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693152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González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7693152" y="2316480"/>
            <a:ext cx="3779520" cy="292608"/>
          </a:xfrm>
          <a:prstGeom prst="rect">
            <a:avLst/>
          </a:prstGeom>
          <a:solidFill>
            <a:srgbClr val="3ECF8E">
              <a:alpha val="25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28"/>
          <p:cNvSpPr/>
          <p:nvPr/>
        </p:nvSpPr>
        <p:spPr>
          <a:xfrm>
            <a:off x="7741920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 ·  QA  ·  DOCUMENTACIÓN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6498336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0"/>
          <p:cNvSpPr/>
          <p:nvPr/>
        </p:nvSpPr>
        <p:spPr>
          <a:xfrm>
            <a:off x="6498336" y="308457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69920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07936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requerimientos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6498336" y="381609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901440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07936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6498336" y="454761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632960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107936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QA y control de calidad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6498336" y="527913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5364480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07936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Testeo multiplataforma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512064" y="6437376"/>
            <a:ext cx="111678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kern="0" spc="267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integrantes  ·  Proyecto Polaris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5C7B04-2C86-52CF-502A-AF80D4725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s-CL" sz="6600"/>
              <a:t>Problemática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0FC99B-F486-4107-D158-5FDD0B0D8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872" y="1122363"/>
            <a:ext cx="3223928" cy="398031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CL" sz="1300" i="1">
                <a:solidFill>
                  <a:srgbClr val="FFFFFF"/>
                </a:solidFill>
              </a:rPr>
              <a:t>En Chile, y particularmente en las zonas urbanas de la Región Metropolitana, la inseguridad es una preocupación que crece año tras año, ligado también a una desconfianza creciente entre vecinos al no estar al tanto de lo que ocurre en sus alrededores.</a:t>
            </a:r>
            <a:endParaRPr lang="es-CL" sz="130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s-CL" sz="1300" i="1">
                <a:solidFill>
                  <a:srgbClr val="FFFFFF"/>
                </a:solidFill>
              </a:rPr>
              <a:t> La comunicación entre vecinos actualmente es fragmentada, y la mayoría de las veces inconclusa o limitada. Se basa principalmente en grupos de WhatsApp informales, redes sociales generalistas o aplicaciones como SoSafe, que ofrecen funcionalidades limitadas para la comunidad, eventos y comercio local. Esto causa una insatisfacción en la comunicación entre vecinos que buscan algo que sea claro y conciso.</a:t>
            </a:r>
            <a:endParaRPr lang="es-CL" sz="1300">
              <a:solidFill>
                <a:srgbClr val="FFFFFF"/>
              </a:solidFill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sX0" fmla="*/ 0 w 5897880"/>
              <a:gd name="csY0" fmla="*/ 0 h 18288"/>
              <a:gd name="csX1" fmla="*/ 537362 w 5897880"/>
              <a:gd name="csY1" fmla="*/ 0 h 18288"/>
              <a:gd name="csX2" fmla="*/ 1133704 w 5897880"/>
              <a:gd name="csY2" fmla="*/ 0 h 18288"/>
              <a:gd name="csX3" fmla="*/ 1671066 w 5897880"/>
              <a:gd name="csY3" fmla="*/ 0 h 18288"/>
              <a:gd name="csX4" fmla="*/ 2385365 w 5897880"/>
              <a:gd name="csY4" fmla="*/ 0 h 18288"/>
              <a:gd name="csX5" fmla="*/ 3040685 w 5897880"/>
              <a:gd name="csY5" fmla="*/ 0 h 18288"/>
              <a:gd name="csX6" fmla="*/ 3696005 w 5897880"/>
              <a:gd name="csY6" fmla="*/ 0 h 18288"/>
              <a:gd name="csX7" fmla="*/ 4469282 w 5897880"/>
              <a:gd name="csY7" fmla="*/ 0 h 18288"/>
              <a:gd name="csX8" fmla="*/ 5183581 w 5897880"/>
              <a:gd name="csY8" fmla="*/ 0 h 18288"/>
              <a:gd name="csX9" fmla="*/ 5897880 w 5897880"/>
              <a:gd name="csY9" fmla="*/ 0 h 18288"/>
              <a:gd name="csX10" fmla="*/ 5897880 w 5897880"/>
              <a:gd name="csY10" fmla="*/ 18288 h 18288"/>
              <a:gd name="csX11" fmla="*/ 5419496 w 5897880"/>
              <a:gd name="csY11" fmla="*/ 18288 h 18288"/>
              <a:gd name="csX12" fmla="*/ 4882134 w 5897880"/>
              <a:gd name="csY12" fmla="*/ 18288 h 18288"/>
              <a:gd name="csX13" fmla="*/ 4167835 w 5897880"/>
              <a:gd name="csY13" fmla="*/ 18288 h 18288"/>
              <a:gd name="csX14" fmla="*/ 3394558 w 5897880"/>
              <a:gd name="csY14" fmla="*/ 18288 h 18288"/>
              <a:gd name="csX15" fmla="*/ 2798216 w 5897880"/>
              <a:gd name="csY15" fmla="*/ 18288 h 18288"/>
              <a:gd name="csX16" fmla="*/ 2024939 w 5897880"/>
              <a:gd name="csY16" fmla="*/ 18288 h 18288"/>
              <a:gd name="csX17" fmla="*/ 1487576 w 5897880"/>
              <a:gd name="csY17" fmla="*/ 18288 h 18288"/>
              <a:gd name="csX18" fmla="*/ 1009193 w 5897880"/>
              <a:gd name="csY18" fmla="*/ 18288 h 18288"/>
              <a:gd name="csX19" fmla="*/ 0 w 5897880"/>
              <a:gd name="csY19" fmla="*/ 18288 h 18288"/>
              <a:gd name="csX20" fmla="*/ 0 w 5897880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8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E16CB4-1F9E-ECCD-59F5-859EF3D8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s-CL" sz="400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89D77-226A-FD53-789B-15FDDF1C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L" sz="2000" i="1"/>
              <a:t>El propósito de Polaris no es solo la seguridad, es formar una red de comunicación entre vecinos que sea rápida, atractiva y fácil de interactuar. Busca fortalecer las comunidades con sus funciones y su red social. Algo que hasta el día de hoy no se ha ofrecido debido al limitado alcance que tienen las aplicaciones en el mercado.</a:t>
            </a:r>
            <a:endParaRPr lang="es-CL" sz="2000"/>
          </a:p>
          <a:p>
            <a:pPr marL="0" indent="0">
              <a:buNone/>
            </a:pPr>
            <a:endParaRPr lang="es-CL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ortátil seguro">
            <a:extLst>
              <a:ext uri="{FF2B5EF4-FFF2-40B4-BE49-F238E27FC236}">
                <a16:creationId xmlns:a16="http://schemas.microsoft.com/office/drawing/2014/main" id="{C5B05142-D921-9060-115D-2602DE1F8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5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22F8AE-E2B9-831E-6C84-7A60200275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133" b="92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B8E85D-28B4-5D2B-2619-8D1C6A207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Propósito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ECE5C1A-8712-C072-9543-9392A261F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0148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6693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12E425-22DC-F894-C651-55A8DC52C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203" y="1443390"/>
            <a:ext cx="3268216" cy="34058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Alcance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231EF2-9BB1-B5BF-CD55-B50816707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4" y="1266614"/>
            <a:ext cx="5769224" cy="37594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Aplicación multiplataforma para web, Android, iOS. 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Sistema de alertas de seguridad y eventos/recreaciones comunitarias que se actualizan en tiempo real.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Interfaz intuitiva y de fácil uso para el usuario.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Centrada en el uso de barrios y/o comunidades pero escalable.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Filtros de personalización para el usuario</a:t>
            </a:r>
          </a:p>
        </p:txBody>
      </p:sp>
    </p:spTree>
    <p:extLst>
      <p:ext uri="{BB962C8B-B14F-4D97-AF65-F5344CB8AC3E}">
        <p14:creationId xmlns:p14="http://schemas.microsoft.com/office/powerpoint/2010/main" val="17681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23A48-E87B-31C1-3302-87888F86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B2E7EA5-E689-2279-EADB-D635F5D07725}"/>
              </a:ext>
            </a:extLst>
          </p:cNvPr>
          <p:cNvSpPr txBox="1">
            <a:spLocks/>
          </p:cNvSpPr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8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Scrum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CuadroTexto 6">
            <a:extLst>
              <a:ext uri="{FF2B5EF4-FFF2-40B4-BE49-F238E27FC236}">
                <a16:creationId xmlns:a16="http://schemas.microsoft.com/office/drawing/2014/main" id="{32E4CE95-CF6E-258B-8F2E-E3B501A2D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87040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47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5D54C-029C-44B4-6D17-4E4D3D86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                                                                Cronograma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4A10E34-91AB-FA7B-DE6B-5950E9A171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452909"/>
              </p:ext>
            </p:extLst>
          </p:nvPr>
        </p:nvGraphicFramePr>
        <p:xfrm>
          <a:off x="1185674" y="1672971"/>
          <a:ext cx="9820652" cy="4946896"/>
        </p:xfrm>
        <a:graphic>
          <a:graphicData uri="http://schemas.openxmlformats.org/drawingml/2006/table">
            <a:tbl>
              <a:tblPr/>
              <a:tblGrid>
                <a:gridCol w="2305317">
                  <a:extLst>
                    <a:ext uri="{9D8B030D-6E8A-4147-A177-3AD203B41FA5}">
                      <a16:colId xmlns:a16="http://schemas.microsoft.com/office/drawing/2014/main" val="1694184424"/>
                    </a:ext>
                  </a:extLst>
                </a:gridCol>
                <a:gridCol w="461063">
                  <a:extLst>
                    <a:ext uri="{9D8B030D-6E8A-4147-A177-3AD203B41FA5}">
                      <a16:colId xmlns:a16="http://schemas.microsoft.com/office/drawing/2014/main" val="3371958056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4138760442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2079741007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3115136425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3935880406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1608162543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437653519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1362218265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2488601858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1815260761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4011606058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488505629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367677644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1065324837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3333113946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794845406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529884141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4214860365"/>
                    </a:ext>
                  </a:extLst>
                </a:gridCol>
                <a:gridCol w="391904">
                  <a:extLst>
                    <a:ext uri="{9D8B030D-6E8A-4147-A177-3AD203B41FA5}">
                      <a16:colId xmlns:a16="http://schemas.microsoft.com/office/drawing/2014/main" val="992452671"/>
                    </a:ext>
                  </a:extLst>
                </a:gridCol>
              </a:tblGrid>
              <a:tr h="47416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Actividad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26922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S4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S5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S6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S7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S8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S9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S10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S14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S15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S16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S17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S18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6877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Levantamiento de requerimientos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011190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Diseño de arquitectura y BD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253000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Configuración del entorno y stack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370036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Implementación de autenticación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889579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Estructura de navegación y mapa base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1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731199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Módulo de alertas en tiempo real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154534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Módulo de eventos comunitarios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328293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Módulo de mercado local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54868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Módulo de perfil de usuario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426657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Integración de APIs externas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067003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Pruebas multiplataforma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73843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Corrección de errores y optimización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273797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Documentación técnica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2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98114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Preparación presentación final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49207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Entrega formal del proyecto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566064"/>
                  </a:ext>
                </a:extLst>
              </a:tr>
              <a:tr h="2631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7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Presentación ante comisión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s-CL" sz="6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Fase 3</a:t>
                      </a:r>
                      <a:endParaRPr lang="es-CL" sz="9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6681" marR="46681" marT="35011" marB="35011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s-CL" sz="9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46681" marR="46681" marT="35011" marB="35011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06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70560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— Red Social Vecinal Multiplataforma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97280"/>
            <a:ext cx="11582400" cy="1889760"/>
          </a:xfrm>
          <a:prstGeom prst="rect">
            <a:avLst/>
          </a:prstGeom>
          <a:solidFill>
            <a:srgbClr val="312E81">
              <a:alpha val="75000"/>
            </a:srgbClr>
          </a:solidFill>
          <a:ln w="15240">
            <a:solidFill>
              <a:srgbClr val="818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112166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CLIENTE — Flutter (Web · Android · iOS)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48128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48128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9536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9536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90944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90944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12352" y="1524000"/>
            <a:ext cx="2048256" cy="755904"/>
          </a:xfrm>
          <a:prstGeom prst="rect">
            <a:avLst/>
          </a:prstGeom>
          <a:solidFill>
            <a:srgbClr val="4C1D95">
              <a:alpha val="90000"/>
            </a:srgbClr>
          </a:solidFill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12352" y="1524000"/>
            <a:ext cx="204825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720" y="2316480"/>
            <a:ext cx="11338560" cy="512064"/>
          </a:xfrm>
          <a:prstGeom prst="rect">
            <a:avLst/>
          </a:prstGeom>
          <a:solidFill>
            <a:srgbClr val="3B0764">
              <a:alpha val="8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6720" y="2316480"/>
            <a:ext cx="11338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compartidos  ·  ReporteDetalleSheet  ·  EventoDetalleSheet  ·  MercadoDetalleSheet  ·  PolarisToast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363200" y="2828544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04800" y="3121152"/>
            <a:ext cx="11582400" cy="1438656"/>
          </a:xfrm>
          <a:prstGeom prst="rect">
            <a:avLst/>
          </a:prstGeom>
          <a:solidFill>
            <a:srgbClr val="134E4A">
              <a:alpha val="80000"/>
            </a:srgbClr>
          </a:solidFill>
          <a:ln w="1524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720" y="3145536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EXTERNOS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4256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4256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04032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04032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83808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83808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/ OSM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863584" y="3486912"/>
            <a:ext cx="2560320" cy="804672"/>
          </a:xfrm>
          <a:prstGeom prst="rect">
            <a:avLst/>
          </a:prstGeom>
          <a:solidFill>
            <a:srgbClr val="065F46">
              <a:alpha val="85000"/>
            </a:srgbClr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3584" y="3486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GeoJS.io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8288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960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363200" y="4584192"/>
            <a:ext cx="0" cy="26822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4800" y="4876800"/>
            <a:ext cx="11582400" cy="1645920"/>
          </a:xfrm>
          <a:prstGeom prst="rect">
            <a:avLst/>
          </a:prstGeom>
          <a:solidFill>
            <a:srgbClr val="1E3A5F">
              <a:alpha val="85000"/>
            </a:srgbClr>
          </a:solidFill>
          <a:ln w="15240">
            <a:solidFill>
              <a:srgbClr val="60A5F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26720" y="4901184"/>
            <a:ext cx="11338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Supabase (PostgreSQL · Auth · Realtime · Storage)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4256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4256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JWT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Security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04032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04032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+ Políticas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3808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83808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863584" y="5266944"/>
            <a:ext cx="2560320" cy="950976"/>
          </a:xfrm>
          <a:prstGeom prst="rect">
            <a:avLst/>
          </a:prstGeom>
          <a:solidFill>
            <a:srgbClr val="1E3A8A">
              <a:alpha val="90000"/>
            </a:srgbClr>
          </a:solidFill>
          <a:ln w="10160">
            <a:solidFill>
              <a:srgbClr val="60A5F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63584" y="5266944"/>
            <a:ext cx="2560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/ Avatars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4800" y="6096000"/>
            <a:ext cx="11582400" cy="426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04800" y="6096000"/>
            <a:ext cx="11582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resiliente: GPS → última posición conocida → fallback por IP (GeoJS)  ·  geolocator (MIT)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320040"/>
            <a:ext cx="1572768" cy="41605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87000" y="32004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60152" y="3200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auth.users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332720" y="61036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42448" y="5577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30661" y="5577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58200" y="256032"/>
            <a:ext cx="1572768" cy="130759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58200" y="256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1352" y="256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perfiles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03920" y="546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13648" y="493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01861" y="493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58200" y="672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03920" y="72466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13648" y="672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01861" y="672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03920" y="902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13648" y="850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avatar_url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01861" y="850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58200" y="1028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03920" y="1081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13648" y="1028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01861" y="1028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03920" y="1259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13648" y="1207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01861" y="1207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58200" y="1385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03920" y="1437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13648" y="1385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01861" y="1385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83480" y="256032"/>
            <a:ext cx="1572768" cy="202082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983480" y="256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56632" y="256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029200" y="546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38928" y="493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27141" y="493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83480" y="672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9200" y="72466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38928" y="672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27141" y="672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9200" y="902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38928" y="850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27141" y="850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983480" y="1028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29200" y="1081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138928" y="1028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27141" y="1028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29200" y="1259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138928" y="1207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27141" y="1207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983480" y="1385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029200" y="1437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38928" y="1385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27141" y="1385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0" y="1616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138928" y="1563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927141" y="1563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983480" y="1741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029200" y="1794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138928" y="1741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927141" y="1741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029200" y="197281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138928" y="192024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foto_url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927141" y="192024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983480" y="209854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029200" y="215112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138928" y="209854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927141" y="209854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2926080" y="256032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2926080" y="256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999232" y="256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reporte_reacciones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71800" y="546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3081528" y="493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3869741" y="493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2926080" y="672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971800" y="72466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3081528" y="672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3869741" y="672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971800" y="90297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3081528" y="850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3869741" y="850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2926080" y="1028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2971800" y="1081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3081528" y="1028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3869741" y="1028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2971800" y="1259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3081528" y="1207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3869741" y="1207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2926080" y="1600200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926080" y="160020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2999232" y="16002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reporte_comentarios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2971800" y="189052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3081528" y="18379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869741" y="18379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2926080" y="20162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2971800" y="206883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081528" y="20162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3869741" y="20162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971800" y="224713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3081528" y="219456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3869741" y="219456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26080" y="237286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971800" y="242544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081528" y="237286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3869741" y="237286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2971800" y="260375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081528" y="25511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3869741" y="25511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4983480" y="2542032"/>
            <a:ext cx="1572768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4983480" y="254203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5056632" y="254203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5029200" y="283235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5138928" y="2779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5927141" y="2779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4983480" y="2958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5029200" y="301066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5138928" y="2958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5927141" y="2958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5029200" y="3188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5138928" y="3136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5927141" y="3136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4983480" y="3314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5029200" y="3367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5138928" y="3314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5927141" y="3314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5029200" y="3545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5138928" y="3493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fecha_evento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5927141" y="3493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4983480" y="3671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5029200" y="3723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5138928" y="3671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ubicacion_texto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27141" y="3671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5029200" y="3902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5138928" y="3849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5927141" y="3849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4983480" y="4027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5029200" y="4080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5138928" y="4027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5927141" y="4027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5029200" y="425881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5138928" y="420624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5927141" y="420624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4983480" y="438454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5029200" y="443712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5138928" y="438454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5927141" y="438454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5029200" y="461543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5138928" y="456285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max_asistentes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5927141" y="456285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4983480" y="474116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5029200" y="479374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5138928" y="47411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imagen_url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5927141" y="47411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2926080" y="2788920"/>
            <a:ext cx="1572768" cy="950976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2926080" y="278892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2999232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evento_asistentes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2971800" y="307924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3081528" y="30266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3869741" y="30266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2926080" y="320497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2971800" y="325755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3081528" y="320497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" name="Text 162"/>
          <p:cNvSpPr/>
          <p:nvPr/>
        </p:nvSpPr>
        <p:spPr>
          <a:xfrm>
            <a:off x="3869741" y="320497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2971800" y="343585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3081528" y="338328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3869741" y="338328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2926080" y="356158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2971800" y="361416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Text 168"/>
          <p:cNvSpPr/>
          <p:nvPr/>
        </p:nvSpPr>
        <p:spPr>
          <a:xfrm>
            <a:off x="3081528" y="356158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3869741" y="356158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2926080" y="3931920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3" name="Shape 171"/>
          <p:cNvSpPr/>
          <p:nvPr/>
        </p:nvSpPr>
        <p:spPr>
          <a:xfrm>
            <a:off x="2926080" y="393192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 172"/>
          <p:cNvSpPr/>
          <p:nvPr/>
        </p:nvSpPr>
        <p:spPr>
          <a:xfrm>
            <a:off x="2999232" y="3931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evento_comentarios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2971800" y="422224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3081528" y="416966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 175"/>
          <p:cNvSpPr/>
          <p:nvPr/>
        </p:nvSpPr>
        <p:spPr>
          <a:xfrm>
            <a:off x="3869741" y="416966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2926080" y="434797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2971800" y="440055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ext 178"/>
          <p:cNvSpPr/>
          <p:nvPr/>
        </p:nvSpPr>
        <p:spPr>
          <a:xfrm>
            <a:off x="3081528" y="434797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3869741" y="434797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2971800" y="457885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3081528" y="452628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3869741" y="452628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2926080" y="470458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Shape 184"/>
          <p:cNvSpPr/>
          <p:nvPr/>
        </p:nvSpPr>
        <p:spPr>
          <a:xfrm>
            <a:off x="2971800" y="475716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3081528" y="470458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Text 186"/>
          <p:cNvSpPr/>
          <p:nvPr/>
        </p:nvSpPr>
        <p:spPr>
          <a:xfrm>
            <a:off x="3869741" y="470458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Shape 187"/>
          <p:cNvSpPr/>
          <p:nvPr/>
        </p:nvSpPr>
        <p:spPr>
          <a:xfrm>
            <a:off x="2971800" y="493547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3081528" y="488289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 189"/>
          <p:cNvSpPr/>
          <p:nvPr/>
        </p:nvSpPr>
        <p:spPr>
          <a:xfrm>
            <a:off x="3869741" y="488289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Shape 190"/>
          <p:cNvSpPr/>
          <p:nvPr/>
        </p:nvSpPr>
        <p:spPr>
          <a:xfrm>
            <a:off x="2926080" y="5001768"/>
            <a:ext cx="1572768" cy="1307592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Shape 191"/>
          <p:cNvSpPr/>
          <p:nvPr/>
        </p:nvSpPr>
        <p:spPr>
          <a:xfrm>
            <a:off x="2926080" y="5001768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2999232" y="50017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evento_votos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2971800" y="5292090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3081528" y="52395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3869741" y="52395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Shape 196"/>
          <p:cNvSpPr/>
          <p:nvPr/>
        </p:nvSpPr>
        <p:spPr>
          <a:xfrm>
            <a:off x="2926080" y="54178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Shape 197"/>
          <p:cNvSpPr/>
          <p:nvPr/>
        </p:nvSpPr>
        <p:spPr>
          <a:xfrm>
            <a:off x="2971800" y="547039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 198"/>
          <p:cNvSpPr/>
          <p:nvPr/>
        </p:nvSpPr>
        <p:spPr>
          <a:xfrm>
            <a:off x="3081528" y="54178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3869741" y="54178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2971800" y="5648706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3081528" y="559612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ext 202"/>
          <p:cNvSpPr/>
          <p:nvPr/>
        </p:nvSpPr>
        <p:spPr>
          <a:xfrm>
            <a:off x="3869741" y="559612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Shape 203"/>
          <p:cNvSpPr/>
          <p:nvPr/>
        </p:nvSpPr>
        <p:spPr>
          <a:xfrm>
            <a:off x="2926080" y="577443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2971800" y="582701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3081528" y="577443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Text 206"/>
          <p:cNvSpPr/>
          <p:nvPr/>
        </p:nvSpPr>
        <p:spPr>
          <a:xfrm>
            <a:off x="3869741" y="577443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Shape 207"/>
          <p:cNvSpPr/>
          <p:nvPr/>
        </p:nvSpPr>
        <p:spPr>
          <a:xfrm>
            <a:off x="2971800" y="600532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3081528" y="59527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opciones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3869741" y="59527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jsonb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2926080" y="61310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Shape 211"/>
          <p:cNvSpPr/>
          <p:nvPr/>
        </p:nvSpPr>
        <p:spPr>
          <a:xfrm>
            <a:off x="2971800" y="618363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3081528" y="61310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3869741" y="61310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320040" y="5001768"/>
            <a:ext cx="1572768" cy="1129284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Shape 215"/>
          <p:cNvSpPr/>
          <p:nvPr/>
        </p:nvSpPr>
        <p:spPr>
          <a:xfrm>
            <a:off x="320040" y="5001768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Text 216"/>
          <p:cNvSpPr/>
          <p:nvPr/>
        </p:nvSpPr>
        <p:spPr>
          <a:xfrm>
            <a:off x="393192" y="500176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evento_voto_respuestas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Shape 217"/>
          <p:cNvSpPr/>
          <p:nvPr/>
        </p:nvSpPr>
        <p:spPr>
          <a:xfrm>
            <a:off x="365760" y="5292090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475488" y="52395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Text 219"/>
          <p:cNvSpPr/>
          <p:nvPr/>
        </p:nvSpPr>
        <p:spPr>
          <a:xfrm>
            <a:off x="1263701" y="52395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Shape 220"/>
          <p:cNvSpPr/>
          <p:nvPr/>
        </p:nvSpPr>
        <p:spPr>
          <a:xfrm>
            <a:off x="320040" y="54178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Shape 221"/>
          <p:cNvSpPr/>
          <p:nvPr/>
        </p:nvSpPr>
        <p:spPr>
          <a:xfrm>
            <a:off x="365760" y="5470398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Text 222"/>
          <p:cNvSpPr/>
          <p:nvPr/>
        </p:nvSpPr>
        <p:spPr>
          <a:xfrm>
            <a:off x="475488" y="54178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voto_id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1263701" y="54178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Shape 224"/>
          <p:cNvSpPr/>
          <p:nvPr/>
        </p:nvSpPr>
        <p:spPr>
          <a:xfrm>
            <a:off x="365760" y="5648706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475488" y="559612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 226"/>
          <p:cNvSpPr/>
          <p:nvPr/>
        </p:nvSpPr>
        <p:spPr>
          <a:xfrm>
            <a:off x="1263701" y="559612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Shape 227"/>
          <p:cNvSpPr/>
          <p:nvPr/>
        </p:nvSpPr>
        <p:spPr>
          <a:xfrm>
            <a:off x="320040" y="577443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Shape 228"/>
          <p:cNvSpPr/>
          <p:nvPr/>
        </p:nvSpPr>
        <p:spPr>
          <a:xfrm>
            <a:off x="365760" y="582701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475488" y="577443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opcion_index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Text 230"/>
          <p:cNvSpPr/>
          <p:nvPr/>
        </p:nvSpPr>
        <p:spPr>
          <a:xfrm>
            <a:off x="1263701" y="577443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int4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Shape 231"/>
          <p:cNvSpPr/>
          <p:nvPr/>
        </p:nvSpPr>
        <p:spPr>
          <a:xfrm>
            <a:off x="365760" y="600532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 232"/>
          <p:cNvSpPr/>
          <p:nvPr/>
        </p:nvSpPr>
        <p:spPr>
          <a:xfrm>
            <a:off x="475488" y="59527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1263701" y="59527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6766560" y="4114800"/>
            <a:ext cx="1572768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Shape 235"/>
          <p:cNvSpPr/>
          <p:nvPr/>
        </p:nvSpPr>
        <p:spPr>
          <a:xfrm>
            <a:off x="6766560" y="4114800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 236"/>
          <p:cNvSpPr/>
          <p:nvPr/>
        </p:nvSpPr>
        <p:spPr>
          <a:xfrm>
            <a:off x="6839712" y="4114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mercado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Shape 237"/>
          <p:cNvSpPr/>
          <p:nvPr/>
        </p:nvSpPr>
        <p:spPr>
          <a:xfrm>
            <a:off x="6812280" y="4405122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 238"/>
          <p:cNvSpPr/>
          <p:nvPr/>
        </p:nvSpPr>
        <p:spPr>
          <a:xfrm>
            <a:off x="6922008" y="435254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Text 239"/>
          <p:cNvSpPr/>
          <p:nvPr/>
        </p:nvSpPr>
        <p:spPr>
          <a:xfrm>
            <a:off x="7710221" y="435254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Shape 240"/>
          <p:cNvSpPr/>
          <p:nvPr/>
        </p:nvSpPr>
        <p:spPr>
          <a:xfrm>
            <a:off x="6766560" y="453085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Shape 241"/>
          <p:cNvSpPr/>
          <p:nvPr/>
        </p:nvSpPr>
        <p:spPr>
          <a:xfrm>
            <a:off x="6812280" y="458343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Text 242"/>
          <p:cNvSpPr/>
          <p:nvPr/>
        </p:nvSpPr>
        <p:spPr>
          <a:xfrm>
            <a:off x="6922008" y="453085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creador_id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 243"/>
          <p:cNvSpPr/>
          <p:nvPr/>
        </p:nvSpPr>
        <p:spPr>
          <a:xfrm>
            <a:off x="7710221" y="453085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6812280" y="476173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Text 245"/>
          <p:cNvSpPr/>
          <p:nvPr/>
        </p:nvSpPr>
        <p:spPr>
          <a:xfrm>
            <a:off x="6922008" y="470916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Text 246"/>
          <p:cNvSpPr/>
          <p:nvPr/>
        </p:nvSpPr>
        <p:spPr>
          <a:xfrm>
            <a:off x="7710221" y="470916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Shape 247"/>
          <p:cNvSpPr/>
          <p:nvPr/>
        </p:nvSpPr>
        <p:spPr>
          <a:xfrm>
            <a:off x="6766560" y="4887468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Shape 248"/>
          <p:cNvSpPr/>
          <p:nvPr/>
        </p:nvSpPr>
        <p:spPr>
          <a:xfrm>
            <a:off x="6812280" y="494004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6922008" y="488746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Text 250"/>
          <p:cNvSpPr/>
          <p:nvPr/>
        </p:nvSpPr>
        <p:spPr>
          <a:xfrm>
            <a:off x="7710221" y="488746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Shape 251"/>
          <p:cNvSpPr/>
          <p:nvPr/>
        </p:nvSpPr>
        <p:spPr>
          <a:xfrm>
            <a:off x="6812280" y="511835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Text 252"/>
          <p:cNvSpPr/>
          <p:nvPr/>
        </p:nvSpPr>
        <p:spPr>
          <a:xfrm>
            <a:off x="6922008" y="506577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Text 253"/>
          <p:cNvSpPr/>
          <p:nvPr/>
        </p:nvSpPr>
        <p:spPr>
          <a:xfrm>
            <a:off x="7710221" y="506577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Shape 254"/>
          <p:cNvSpPr/>
          <p:nvPr/>
        </p:nvSpPr>
        <p:spPr>
          <a:xfrm>
            <a:off x="6766560" y="524408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Shape 255"/>
          <p:cNvSpPr/>
          <p:nvPr/>
        </p:nvSpPr>
        <p:spPr>
          <a:xfrm>
            <a:off x="6812280" y="529666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8" name="Text 256"/>
          <p:cNvSpPr/>
          <p:nvPr/>
        </p:nvSpPr>
        <p:spPr>
          <a:xfrm>
            <a:off x="6922008" y="524408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 257"/>
          <p:cNvSpPr/>
          <p:nvPr/>
        </p:nvSpPr>
        <p:spPr>
          <a:xfrm>
            <a:off x="7710221" y="524408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Shape 258"/>
          <p:cNvSpPr/>
          <p:nvPr/>
        </p:nvSpPr>
        <p:spPr>
          <a:xfrm>
            <a:off x="6812280" y="547497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6922008" y="542239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imagen_url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2" name="Text 260"/>
          <p:cNvSpPr/>
          <p:nvPr/>
        </p:nvSpPr>
        <p:spPr>
          <a:xfrm>
            <a:off x="7710221" y="542239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3" name="Shape 261"/>
          <p:cNvSpPr/>
          <p:nvPr/>
        </p:nvSpPr>
        <p:spPr>
          <a:xfrm>
            <a:off x="6766560" y="560070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Shape 262"/>
          <p:cNvSpPr/>
          <p:nvPr/>
        </p:nvSpPr>
        <p:spPr>
          <a:xfrm>
            <a:off x="6812280" y="565327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6922008" y="560070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Text 264"/>
          <p:cNvSpPr/>
          <p:nvPr/>
        </p:nvSpPr>
        <p:spPr>
          <a:xfrm>
            <a:off x="7710221" y="560070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7" name="Shape 265"/>
          <p:cNvSpPr/>
          <p:nvPr/>
        </p:nvSpPr>
        <p:spPr>
          <a:xfrm>
            <a:off x="6812280" y="5831586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Text 266"/>
          <p:cNvSpPr/>
          <p:nvPr/>
        </p:nvSpPr>
        <p:spPr>
          <a:xfrm>
            <a:off x="6922008" y="5779008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ubicacion_texto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 267"/>
          <p:cNvSpPr/>
          <p:nvPr/>
        </p:nvSpPr>
        <p:spPr>
          <a:xfrm>
            <a:off x="7710221" y="5779008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0" name="Shape 268"/>
          <p:cNvSpPr/>
          <p:nvPr/>
        </p:nvSpPr>
        <p:spPr>
          <a:xfrm>
            <a:off x="6766560" y="5957316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1" name="Shape 269"/>
          <p:cNvSpPr/>
          <p:nvPr/>
        </p:nvSpPr>
        <p:spPr>
          <a:xfrm>
            <a:off x="6812280" y="6009894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2" name="Text 270"/>
          <p:cNvSpPr/>
          <p:nvPr/>
        </p:nvSpPr>
        <p:spPr>
          <a:xfrm>
            <a:off x="6922008" y="595731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latitud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Text 271"/>
          <p:cNvSpPr/>
          <p:nvPr/>
        </p:nvSpPr>
        <p:spPr>
          <a:xfrm>
            <a:off x="7710221" y="595731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Shape 272"/>
          <p:cNvSpPr/>
          <p:nvPr/>
        </p:nvSpPr>
        <p:spPr>
          <a:xfrm>
            <a:off x="6812280" y="6188202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6922008" y="613562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6" name="Text 274"/>
          <p:cNvSpPr/>
          <p:nvPr/>
        </p:nvSpPr>
        <p:spPr>
          <a:xfrm>
            <a:off x="7710221" y="613562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float8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7" name="Shape 275"/>
          <p:cNvSpPr/>
          <p:nvPr/>
        </p:nvSpPr>
        <p:spPr>
          <a:xfrm>
            <a:off x="6766560" y="6313932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Shape 276"/>
          <p:cNvSpPr/>
          <p:nvPr/>
        </p:nvSpPr>
        <p:spPr>
          <a:xfrm>
            <a:off x="6812280" y="6366510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9" name="Text 277"/>
          <p:cNvSpPr/>
          <p:nvPr/>
        </p:nvSpPr>
        <p:spPr>
          <a:xfrm>
            <a:off x="6922008" y="631393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0" name="Text 278"/>
          <p:cNvSpPr/>
          <p:nvPr/>
        </p:nvSpPr>
        <p:spPr>
          <a:xfrm>
            <a:off x="7710221" y="631393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1" name="Shape 279"/>
          <p:cNvSpPr/>
          <p:nvPr/>
        </p:nvSpPr>
        <p:spPr>
          <a:xfrm>
            <a:off x="4983480" y="5559552"/>
            <a:ext cx="1572768" cy="950976"/>
          </a:xfrm>
          <a:prstGeom prst="rect">
            <a:avLst/>
          </a:prstGeom>
          <a:solidFill>
            <a:srgbClr val="1C2333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Shape 280"/>
          <p:cNvSpPr/>
          <p:nvPr/>
        </p:nvSpPr>
        <p:spPr>
          <a:xfrm>
            <a:off x="4983480" y="5559552"/>
            <a:ext cx="1572768" cy="237744"/>
          </a:xfrm>
          <a:prstGeom prst="rect">
            <a:avLst/>
          </a:prstGeom>
          <a:solidFill>
            <a:srgbClr val="1E3A5F"/>
          </a:solidFill>
          <a:ln w="635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3" name="Text 281"/>
          <p:cNvSpPr/>
          <p:nvPr/>
        </p:nvSpPr>
        <p:spPr>
          <a:xfrm>
            <a:off x="5056632" y="5559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mercado_guardados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4" name="Shape 282"/>
          <p:cNvSpPr/>
          <p:nvPr/>
        </p:nvSpPr>
        <p:spPr>
          <a:xfrm>
            <a:off x="5029200" y="5849874"/>
            <a:ext cx="73152" cy="73152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5" name="Text 283"/>
          <p:cNvSpPr/>
          <p:nvPr/>
        </p:nvSpPr>
        <p:spPr>
          <a:xfrm>
            <a:off x="5138928" y="5797296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" name="Text 284"/>
          <p:cNvSpPr/>
          <p:nvPr/>
        </p:nvSpPr>
        <p:spPr>
          <a:xfrm>
            <a:off x="5927141" y="5797296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7" name="Shape 285"/>
          <p:cNvSpPr/>
          <p:nvPr/>
        </p:nvSpPr>
        <p:spPr>
          <a:xfrm>
            <a:off x="4983480" y="5975604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Shape 286"/>
          <p:cNvSpPr/>
          <p:nvPr/>
        </p:nvSpPr>
        <p:spPr>
          <a:xfrm>
            <a:off x="5029200" y="6028182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9" name="Text 287"/>
          <p:cNvSpPr/>
          <p:nvPr/>
        </p:nvSpPr>
        <p:spPr>
          <a:xfrm>
            <a:off x="5138928" y="5975604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item_id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0" name="Text 288"/>
          <p:cNvSpPr/>
          <p:nvPr/>
        </p:nvSpPr>
        <p:spPr>
          <a:xfrm>
            <a:off x="5927141" y="5975604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Shape 289"/>
          <p:cNvSpPr/>
          <p:nvPr/>
        </p:nvSpPr>
        <p:spPr>
          <a:xfrm>
            <a:off x="5029200" y="6206490"/>
            <a:ext cx="73152" cy="73152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Text 290"/>
          <p:cNvSpPr/>
          <p:nvPr/>
        </p:nvSpPr>
        <p:spPr>
          <a:xfrm>
            <a:off x="5138928" y="6153912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Text 291"/>
          <p:cNvSpPr/>
          <p:nvPr/>
        </p:nvSpPr>
        <p:spPr>
          <a:xfrm>
            <a:off x="5927141" y="6153912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Shape 292"/>
          <p:cNvSpPr/>
          <p:nvPr/>
        </p:nvSpPr>
        <p:spPr>
          <a:xfrm>
            <a:off x="4983480" y="6332220"/>
            <a:ext cx="1572768" cy="178308"/>
          </a:xfrm>
          <a:prstGeom prst="rect">
            <a:avLst/>
          </a:prstGeom>
          <a:solidFill>
            <a:srgbClr val="17202E"/>
          </a:solidFill>
          <a:ln w="381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Shape 293"/>
          <p:cNvSpPr/>
          <p:nvPr/>
        </p:nvSpPr>
        <p:spPr>
          <a:xfrm>
            <a:off x="5029200" y="6384798"/>
            <a:ext cx="73152" cy="73152"/>
          </a:xfrm>
          <a:prstGeom prst="ellipse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6" name="Text 294"/>
          <p:cNvSpPr/>
          <p:nvPr/>
        </p:nvSpPr>
        <p:spPr>
          <a:xfrm>
            <a:off x="5138928" y="6332220"/>
            <a:ext cx="943661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A8B5C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creado_en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7" name="Text 295"/>
          <p:cNvSpPr/>
          <p:nvPr/>
        </p:nvSpPr>
        <p:spPr>
          <a:xfrm>
            <a:off x="5927141" y="6332220"/>
            <a:ext cx="59765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E9F6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8" name="Shape 296"/>
          <p:cNvSpPr/>
          <p:nvPr/>
        </p:nvSpPr>
        <p:spPr>
          <a:xfrm>
            <a:off x="10030968" y="582930"/>
            <a:ext cx="256032" cy="6400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9" name="Shape 297"/>
          <p:cNvSpPr/>
          <p:nvPr/>
        </p:nvSpPr>
        <p:spPr>
          <a:xfrm flipV="1">
            <a:off x="6556247" y="582930"/>
            <a:ext cx="1888785" cy="17830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1" name="Shape 299"/>
          <p:cNvSpPr/>
          <p:nvPr/>
        </p:nvSpPr>
        <p:spPr>
          <a:xfrm flipV="1">
            <a:off x="4498848" y="610362"/>
            <a:ext cx="530352" cy="150876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3" name="Shape 301"/>
          <p:cNvSpPr/>
          <p:nvPr/>
        </p:nvSpPr>
        <p:spPr>
          <a:xfrm flipV="1">
            <a:off x="4498848" y="2868930"/>
            <a:ext cx="484632" cy="445770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5" name="Shape 303"/>
          <p:cNvSpPr/>
          <p:nvPr/>
        </p:nvSpPr>
        <p:spPr>
          <a:xfrm flipV="1">
            <a:off x="4498848" y="2958084"/>
            <a:ext cx="484632" cy="147904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6" name="Shape 304"/>
          <p:cNvSpPr/>
          <p:nvPr/>
        </p:nvSpPr>
        <p:spPr>
          <a:xfrm flipV="1">
            <a:off x="1861353" y="5365242"/>
            <a:ext cx="1064727" cy="10972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" name="Shape 305"/>
          <p:cNvSpPr/>
          <p:nvPr/>
        </p:nvSpPr>
        <p:spPr>
          <a:xfrm flipH="1">
            <a:off x="8339328" y="557784"/>
            <a:ext cx="100584" cy="4057650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" name="Shape 306"/>
          <p:cNvSpPr/>
          <p:nvPr/>
        </p:nvSpPr>
        <p:spPr>
          <a:xfrm>
            <a:off x="6556248" y="4441698"/>
            <a:ext cx="210312" cy="21031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" name="Text 307"/>
          <p:cNvSpPr/>
          <p:nvPr/>
        </p:nvSpPr>
        <p:spPr>
          <a:xfrm>
            <a:off x="320040" y="91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ECF8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Datos · Supabase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Shape 308"/>
          <p:cNvSpPr/>
          <p:nvPr/>
        </p:nvSpPr>
        <p:spPr>
          <a:xfrm>
            <a:off x="320040" y="6473952"/>
            <a:ext cx="82296" cy="82296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" name="Text 309"/>
          <p:cNvSpPr/>
          <p:nvPr/>
        </p:nvSpPr>
        <p:spPr>
          <a:xfrm>
            <a:off x="429768" y="64648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F6C90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2" name="Shape 310"/>
          <p:cNvSpPr/>
          <p:nvPr/>
        </p:nvSpPr>
        <p:spPr>
          <a:xfrm>
            <a:off x="777240" y="6473952"/>
            <a:ext cx="82296" cy="82296"/>
          </a:xfrm>
          <a:prstGeom prst="ellipse">
            <a:avLst/>
          </a:prstGeom>
          <a:solidFill>
            <a:srgbClr val="6EB5FF"/>
          </a:solidFill>
          <a:ln w="12700">
            <a:solidFill>
              <a:srgbClr val="6EB5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Text 311"/>
          <p:cNvSpPr/>
          <p:nvPr/>
        </p:nvSpPr>
        <p:spPr>
          <a:xfrm>
            <a:off x="886968" y="64648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EB5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Shape 306">
            <a:extLst>
              <a:ext uri="{FF2B5EF4-FFF2-40B4-BE49-F238E27FC236}">
                <a16:creationId xmlns:a16="http://schemas.microsoft.com/office/drawing/2014/main" id="{F9784FB6-C813-9B2C-F0FE-2A9EEB068D81}"/>
              </a:ext>
            </a:extLst>
          </p:cNvPr>
          <p:cNvSpPr/>
          <p:nvPr/>
        </p:nvSpPr>
        <p:spPr>
          <a:xfrm flipV="1">
            <a:off x="6556248" y="4510278"/>
            <a:ext cx="210312" cy="138988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" name="Shape 306">
            <a:extLst>
              <a:ext uri="{FF2B5EF4-FFF2-40B4-BE49-F238E27FC236}">
                <a16:creationId xmlns:a16="http://schemas.microsoft.com/office/drawing/2014/main" id="{5475B2CA-F26C-FE41-5132-04660296060C}"/>
              </a:ext>
            </a:extLst>
          </p:cNvPr>
          <p:cNvSpPr/>
          <p:nvPr/>
        </p:nvSpPr>
        <p:spPr>
          <a:xfrm flipV="1">
            <a:off x="4498848" y="2905506"/>
            <a:ext cx="484632" cy="2569464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6" name="Shape 301">
            <a:extLst>
              <a:ext uri="{FF2B5EF4-FFF2-40B4-BE49-F238E27FC236}">
                <a16:creationId xmlns:a16="http://schemas.microsoft.com/office/drawing/2014/main" id="{50D5FC53-4760-5771-3A7F-025FF7D99CA7}"/>
              </a:ext>
            </a:extLst>
          </p:cNvPr>
          <p:cNvSpPr/>
          <p:nvPr/>
        </p:nvSpPr>
        <p:spPr>
          <a:xfrm flipV="1">
            <a:off x="4498848" y="619506"/>
            <a:ext cx="484632" cy="1479042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Shape 301">
            <a:extLst>
              <a:ext uri="{FF2B5EF4-FFF2-40B4-BE49-F238E27FC236}">
                <a16:creationId xmlns:a16="http://schemas.microsoft.com/office/drawing/2014/main" id="{34FA9781-FE26-9293-9232-C551F28B4B61}"/>
              </a:ext>
            </a:extLst>
          </p:cNvPr>
          <p:cNvSpPr/>
          <p:nvPr/>
        </p:nvSpPr>
        <p:spPr>
          <a:xfrm flipH="1" flipV="1">
            <a:off x="5762444" y="4935474"/>
            <a:ext cx="0" cy="624078"/>
          </a:xfrm>
          <a:prstGeom prst="line">
            <a:avLst/>
          </a:prstGeom>
          <a:noFill/>
          <a:ln w="11430">
            <a:solidFill>
              <a:srgbClr val="3ECF8E"/>
            </a:solidFill>
            <a:prstDash val="sysDot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950976"/>
            <a:ext cx="1463040" cy="487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072896"/>
            <a:ext cx="73152" cy="1243584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1389888"/>
            <a:ext cx="609600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9344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4736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4736" y="1072896"/>
            <a:ext cx="73152" cy="124358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192" y="1389888"/>
            <a:ext cx="609600" cy="609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480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64480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BD · Auth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19872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19872" y="1072896"/>
            <a:ext cx="73152" cy="124358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389888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19616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· Places · Geocoding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9600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9600" y="2487168"/>
            <a:ext cx="7315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" y="2804160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609344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64736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364736" y="2487168"/>
            <a:ext cx="73152" cy="1243584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192" y="2804160"/>
            <a:ext cx="609600" cy="609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4480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364480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desarrollo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19872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119872" y="2487168"/>
            <a:ext cx="73152" cy="12435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2804160"/>
            <a:ext cx="609600" cy="609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19616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119616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por IP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09600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09600" y="3901440"/>
            <a:ext cx="73152" cy="1243584"/>
          </a:xfrm>
          <a:prstGeom prst="rect">
            <a:avLst/>
          </a:prstGeom>
          <a:solidFill>
            <a:srgbClr val="00B4AB"/>
          </a:solidFill>
          <a:ln w="12700">
            <a:solidFill>
              <a:srgbClr val="00B4AB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56" y="4218432"/>
            <a:ext cx="609600" cy="609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9344" y="4169664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1609344" y="4584192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4364736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4364736" y="3901440"/>
            <a:ext cx="73152" cy="12435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192" y="4218432"/>
            <a:ext cx="609600" cy="609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64480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8119872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8119872" y="3901440"/>
            <a:ext cx="73152" cy="124358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9328" y="4218432"/>
            <a:ext cx="609600" cy="609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19616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4364736" y="5315712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4364736" y="5315712"/>
            <a:ext cx="73152" cy="1243584"/>
          </a:xfrm>
          <a:prstGeom prst="rect">
            <a:avLst/>
          </a:prstGeom>
          <a:solidFill>
            <a:srgbClr val="FF7139"/>
          </a:solidFill>
          <a:ln w="12700">
            <a:solidFill>
              <a:srgbClr val="FF7139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192" y="5632704"/>
            <a:ext cx="609600" cy="609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364480" y="5583936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39"/>
          <p:cNvSpPr/>
          <p:nvPr/>
        </p:nvSpPr>
        <p:spPr>
          <a:xfrm>
            <a:off x="5364480" y="5998464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/ Chrome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51CD31-0BEB-CB59-D4C7-C33D34B4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36" y="559703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Mockups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D3B92B-596A-A36D-16D6-A0F3E7973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3" y="2132099"/>
            <a:ext cx="1666145" cy="32180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1231BA-C60C-CEF4-EFB0-7CC7C1440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745" y="2132099"/>
            <a:ext cx="1713606" cy="32180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87D956-1C33-CC08-1928-6A93173F7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137" y="2132099"/>
            <a:ext cx="1665335" cy="3218041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60E43B5-20E6-555A-8A6A-776E43693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2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AFACF-7D9C-FE49-466D-6DB23B60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541CC-75BF-D194-3144-CB6288C0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9563"/>
          <a:stretch>
            <a:fillRect/>
          </a:stretch>
        </p:blipFill>
        <p:spPr>
          <a:xfrm>
            <a:off x="3523488" y="0"/>
            <a:ext cx="866851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40FCB-FD8F-16C6-8D70-EE0C55E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CL" sz="2000"/>
              <a:t>Conclusión</a:t>
            </a: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14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1324</Words>
  <Application>Microsoft Office PowerPoint</Application>
  <PresentationFormat>Panorámica</PresentationFormat>
  <Paragraphs>599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POLARIS</vt:lpstr>
      <vt:lpstr>Presentación de PowerPoint</vt:lpstr>
      <vt:lpstr>Problemática</vt:lpstr>
      <vt:lpstr>Objetivo</vt:lpstr>
      <vt:lpstr>Propósito</vt:lpstr>
      <vt:lpstr>Alcance</vt:lpstr>
      <vt:lpstr>Presentación de PowerPoint</vt:lpstr>
      <vt:lpstr>                                                                 Cronograma</vt:lpstr>
      <vt:lpstr>Presentación de PowerPoint</vt:lpstr>
      <vt:lpstr>Presentación de PowerPoint</vt:lpstr>
      <vt:lpstr>Presentación de PowerPoint</vt:lpstr>
      <vt:lpstr>Mockups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Pinilla</dc:creator>
  <cp:lastModifiedBy>Nicolas Pinilla</cp:lastModifiedBy>
  <cp:revision>4</cp:revision>
  <dcterms:created xsi:type="dcterms:W3CDTF">2026-04-09T22:56:05Z</dcterms:created>
  <dcterms:modified xsi:type="dcterms:W3CDTF">2026-04-10T03:37:22Z</dcterms:modified>
</cp:coreProperties>
</file>